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Structure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chunk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1F7752"/>
                </a:solidFill>
                <a:latin typeface="Montserrat"/>
              </a:rP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Case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Test case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F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R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P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AR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Composite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/>
                        <a:t>Result</a:t>
                      </a:r>
                    </a:p>
                  </a:txBody>
                  <a:tcPr marL="18288" marR="18288" marT="9144" marB="9144" anchor="ctr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E39A9"/>
                </a:solidFill>
                <a:latin typeface="Montserrat"/>
              </a:rP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Docker command: gunicorn -w 1 --timeout 120 -b 0.0.0.0:7860 app:rag_api.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checked-out commit: b11ab14 — Improve RAG retrieval for breakfast and advance purchase cases.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 endpoints: frontend http://localhost:8501 and backend http://127.0.0.1:5000.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smoke tests: Streamlit frontend HTTP 200 and backend readiness HTTP 200.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https://didactic-fiesta-4qjv9j6r66pj3jxq6-8501.app.github.dev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https://didactic-fiesta-4qjv9j6r66pj3jxq6-5000.app.github.dev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15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15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Keep temperature=0.0/top_p=1.0 for deterministic answers; tuning may modestly affect answer relevancy but will not fix retrieval gaps. Investigate the three retrieval failures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Accessible King case has Contextual Precision=.407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Final selected run: 9/10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