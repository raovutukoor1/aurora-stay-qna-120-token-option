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the Hugging Face embedding model at build time and stores it under HF_HOME=/app/huggingface for reuse.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Transformers runtime, used through sentence-transformers, loads the cached embedding model; offline flags prevent runtime downloads, and EXPOSE 7860 receives Codespaces traffic.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backend API is exposed on port 7860 for Codespaces traffic.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frontend does not handle API keys; it sends requests through BACKEND_URL. In Codespaces, this points to the backend forwarded URL on port 7860; local non-Docker tests may use port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deployment commit: d7a7e3f — fixed the 120-token Docker runtime configuration.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tests: frontend HTTP 200, backend readiness HTTP 200, answer HTTP 200, and answer-with-evidence HTTP 200 with 3 evidence chunks.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