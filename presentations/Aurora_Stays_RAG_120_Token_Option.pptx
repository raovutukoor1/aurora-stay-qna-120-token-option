
<file path=[Content_Types].xml><?xml version="1.0" encoding="utf-8"?>
<Types xmlns="http://schemas.openxmlformats.org/package/2006/content-types">
  <Default Extension="fntdata" ContentType="application/x-fontdata"/>
  <Default Extension="jpg" ContentType="image/jpeg"/>
  <Default Extension="png" ContentType="image/png"/>
  <Default Extension="rels" ContentType="application/vnd.openxmlformats-package.relationships+xml"/>
  <Default Extension="xml" ContentType="application/xml"/>
  <Override PartName="/ppt/notesMasters/notesMaster1.xml" ContentType="application/vnd.openxmlformats-officedocument.presentationml.notesMaster+xml"/>
  <Override PartName="/ppt/notesSlides/notesSlide1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ppt/notesSlides/notesSlide14.xml" ContentType="application/vnd.openxmlformats-officedocument.presentationml.notesSlide+xml"/>
  <Override PartName="/ppt/notesSlides/notesSlide15.xml" ContentType="application/vnd.openxmlformats-officedocument.presentationml.notesSlide+xml"/>
  <Override PartName="/ppt/notesSlides/notesSlide16.xml" ContentType="application/vnd.openxmlformats-officedocument.presentationml.notesSlide+xml"/>
  <Override PartName="/ppt/notesSlides/notesSlide17.xml" ContentType="application/vnd.openxmlformats-officedocument.presentationml.notesSlide+xml"/>
  <Override PartName="/ppt/notesSlides/notesSlide18.xml" ContentType="application/vnd.openxmlformats-officedocument.presentationml.notesSlide+xml"/>
  <Override PartName="/ppt/notesSlides/notesSlide19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20.xml" ContentType="application/vnd.openxmlformats-officedocument.presentationml.notesSlide+xml"/>
  <Override PartName="/ppt/notesSlides/notesSlide21.xml" ContentType="application/vnd.openxmlformats-officedocument.presentationml.notesSlide+xml"/>
  <Override PartName="/ppt/notesSlides/notesSlide22.xml" ContentType="application/vnd.openxmlformats-officedocument.presentationml.notesSlide+xml"/>
  <Override PartName="/ppt/notesSlides/notesSlide23.xml" ContentType="application/vnd.openxmlformats-officedocument.presentationml.notesSlide+xml"/>
  <Override PartName="/ppt/notesSlides/notesSlide24.xml" ContentType="application/vnd.openxmlformats-officedocument.presentationml.notesSlide+xml"/>
  <Override PartName="/ppt/notesSlides/notesSlide25.xml" ContentType="application/vnd.openxmlformats-officedocument.presentationml.notesSlide+xml"/>
  <Override PartName="/ppt/notesSlides/notesSlide26.xml" ContentType="application/vnd.openxmlformats-officedocument.presentationml.notesSlide+xml"/>
  <Override PartName="/ppt/notesSlides/notesSlide27.xml" ContentType="application/vnd.openxmlformats-officedocument.presentationml.notesSlide+xml"/>
  <Override PartName="/ppt/notesSlides/notesSlide28.xml" ContentType="application/vnd.openxmlformats-officedocument.presentationml.notesSlide+xml"/>
  <Override PartName="/ppt/notesSlides/notesSlide29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30.xml" ContentType="application/vnd.openxmlformats-officedocument.presentationml.notesSlide+xml"/>
  <Override PartName="/ppt/notesSlides/notesSlide31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12.xml" ContentType="application/vnd.openxmlformats-officedocument.presentationml.slideLayout+xml"/>
  <Override PartName="/ppt/slideLayouts/slideLayout13.xml" ContentType="application/vnd.openxmlformats-officedocument.presentationml.slideLayout+xml"/>
  <Override PartName="/ppt/slideLayouts/slideLayout14.xml" ContentType="application/vnd.openxmlformats-officedocument.presentationml.slideLayout+xml"/>
  <Override PartName="/ppt/slideLayouts/slideLayout15.xml" ContentType="application/vnd.openxmlformats-officedocument.presentationml.slideLayout+xml"/>
  <Override PartName="/ppt/slideLayouts/slideLayout16.xml" ContentType="application/vnd.openxmlformats-officedocument.presentationml.slideLayout+xml"/>
  <Override PartName="/ppt/slideLayouts/slideLayout17.xml" ContentType="application/vnd.openxmlformats-officedocument.presentationml.slideLayout+xml"/>
  <Override PartName="/ppt/slideLayouts/slideLayout18.xml" ContentType="application/vnd.openxmlformats-officedocument.presentationml.slideLayout+xml"/>
  <Override PartName="/ppt/slideLayouts/slideLayout19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20.xml" ContentType="application/vnd.openxmlformats-officedocument.presentationml.slideLayout+xml"/>
  <Override PartName="/ppt/slideLayouts/slideLayout21.xml" ContentType="application/vnd.openxmlformats-officedocument.presentationml.slideLayout+xml"/>
  <Override PartName="/ppt/slideLayouts/slideLayout22.xml" ContentType="application/vnd.openxmlformats-officedocument.presentationml.slideLayout+xml"/>
  <Override PartName="/ppt/slideLayouts/slideLayout23.xml" ContentType="application/vnd.openxmlformats-officedocument.presentationml.slideLayout+xml"/>
  <Override PartName="/ppt/slideLayouts/slideLayout24.xml" ContentType="application/vnd.openxmlformats-officedocument.presentationml.slideLayout+xml"/>
  <Override PartName="/ppt/slideLayouts/slideLayout25.xml" ContentType="application/vnd.openxmlformats-officedocument.presentationml.slideLayout+xml"/>
  <Override PartName="/ppt/slideLayouts/slideLayout26.xml" ContentType="application/vnd.openxmlformats-officedocument.presentationml.slideLayout+xml"/>
  <Override PartName="/ppt/slideLayouts/slideLayout27.xml" ContentType="application/vnd.openxmlformats-officedocument.presentationml.slideLayout+xml"/>
  <Override PartName="/ppt/slideLayouts/slideLayout28.xml" ContentType="application/vnd.openxmlformats-officedocument.presentationml.slideLayout+xml"/>
  <Override PartName="/ppt/slideLayouts/slideLayout29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30.xml" ContentType="application/vnd.openxmlformats-officedocument.presentationml.slideLayout+xml"/>
  <Override PartName="/ppt/slideLayouts/slideLayout31.xml" ContentType="application/vnd.openxmlformats-officedocument.presentationml.slideLayout+xml"/>
  <Override PartName="/ppt/slideLayouts/slideLayout32.xml" ContentType="application/vnd.openxmlformats-officedocument.presentationml.slideLayout+xml"/>
  <Override PartName="/ppt/slideLayouts/slideLayout3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Masters/slideMaster2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slide2.xml" ContentType="application/vnd.openxmlformats-officedocument.presentationml.slide+xml"/>
  <Override PartName="/ppt/slides/slide20.xml" ContentType="application/vnd.openxmlformats-officedocument.presentationml.slide+xml"/>
  <Override PartName="/ppt/slides/slide21.xml" ContentType="application/vnd.openxmlformats-officedocument.presentationml.slide+xml"/>
  <Override PartName="/ppt/slides/slide22.xml" ContentType="application/vnd.openxmlformats-officedocument.presentationml.slide+xml"/>
  <Override PartName="/ppt/slides/slide23.xml" ContentType="application/vnd.openxmlformats-officedocument.presentationml.slide+xml"/>
  <Override PartName="/ppt/slides/slide24.xml" ContentType="application/vnd.openxmlformats-officedocument.presentationml.slide+xml"/>
  <Override PartName="/ppt/slides/slide25.xml" ContentType="application/vnd.openxmlformats-officedocument.presentationml.slide+xml"/>
  <Override PartName="/ppt/slides/slide26.xml" ContentType="application/vnd.openxmlformats-officedocument.presentationml.slide+xml"/>
  <Override PartName="/ppt/slides/slide27.xml" ContentType="application/vnd.openxmlformats-officedocument.presentationml.slide+xml"/>
  <Override PartName="/ppt/slides/slide28.xml" ContentType="application/vnd.openxmlformats-officedocument.presentationml.slide+xml"/>
  <Override PartName="/ppt/slides/slide29.xml" ContentType="application/vnd.openxmlformats-officedocument.presentationml.slide+xml"/>
  <Override PartName="/ppt/slides/slide3.xml" ContentType="application/vnd.openxmlformats-officedocument.presentationml.slide+xml"/>
  <Override PartName="/ppt/slides/slide30.xml" ContentType="application/vnd.openxmlformats-officedocument.presentationml.slide+xml"/>
  <Override PartName="/ppt/slides/slide31.xml" ContentType="application/vnd.openxmlformats-officedocument.presentationml.slide+xml"/>
  <Override PartName="/ppt/slides/slide32.xml" ContentType="application/vnd.openxmlformats-officedocument.presentationml.slide+xml"/>
  <Override PartName="/ppt/slides/slide33.xml" ContentType="application/vnd.openxmlformats-officedocument.presentationml.slide+xml"/>
  <Override PartName="/ppt/slides/slide34.xml" ContentType="application/vnd.openxmlformats-officedocument.presentationml.slide+xml"/>
  <Override PartName="/ppt/slides/slide35.xml" ContentType="application/vnd.openxmlformats-officedocument.presentationml.slide+xml"/>
  <Override PartName="/ppt/slides/slide36.xml" ContentType="application/vnd.openxmlformats-officedocument.presentationml.slide+xml"/>
  <Override PartName="/ppt/slides/slide37.xml" ContentType="application/vnd.openxmlformats-officedocument.presentationml.slide+xml"/>
  <Override PartName="/ppt/slides/slide38.xml" ContentType="application/vnd.openxmlformats-officedocument.presentationml.slide+xml"/>
  <Override PartName="/ppt/slides/slide39.xml" ContentType="application/vnd.openxmlformats-officedocument.presentationml.slide+xml"/>
  <Override PartName="/ppt/slides/slide4.xml" ContentType="application/vnd.openxmlformats-officedocument.presentationml.slide+xml"/>
  <Override PartName="/ppt/slides/slide40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theme/theme2.xml" ContentType="application/vnd.openxmlformats-officedocument.theme+xml"/>
  <Override PartName="/ppt/theme/theme3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autoCompressPictures="0" embedTrueTypeFonts="1" strictFirstAndLastChars="0" saveSubsetFonts="1">
  <p:sldMasterIdLst>
    <p:sldMasterId id="2147483681" r:id="rId5"/>
    <p:sldMasterId id="2147483682" r:id="rId6"/>
  </p:sldMasterIdLst>
  <p:notesMasterIdLst>
    <p:notesMasterId r:id="rId7"/>
  </p:notesMasterIdLst>
  <p:sldIdLst>
    <p:sldId id="256" r:id="rId8"/>
    <p:sldId id="257" r:id="rId9"/>
    <p:sldId id="258" r:id="rId10"/>
    <p:sldId id="259" r:id="rId11"/>
    <p:sldId id="260" r:id="rId12"/>
    <p:sldId id="287" r:id="rId39"/>
    <p:sldId id="261" r:id="rId13"/>
    <p:sldId id="262" r:id="rId14"/>
    <p:sldId id="263" r:id="rId15"/>
    <p:sldId id="264" r:id="rId16"/>
    <p:sldId id="265" r:id="rId17"/>
    <p:sldId id="266" r:id="rId18"/>
    <p:sldId id="267" r:id="rId19"/>
    <p:sldId id="268" r:id="rId20"/>
    <p:sldId id="269" r:id="rId21"/>
    <p:sldId id="270" r:id="rId22"/>
    <p:sldId id="271" r:id="rId23"/>
    <p:sldId id="272" r:id="rId24"/>
    <p:sldId id="273" r:id="rId25"/>
    <p:sldId id="274" r:id="rId26"/>
    <p:sldId id="275" r:id="rId27"/>
    <p:sldId id="276" r:id="rId28"/>
    <p:sldId id="277" r:id="rId29"/>
    <p:sldId id="278" r:id="rId30"/>
    <p:sldId id="279" r:id="rId31"/>
    <p:sldId id="280" r:id="rId32"/>
    <p:sldId id="281" r:id="rId33"/>
    <p:sldId id="282" r:id="rId34"/>
    <p:sldId id="283" r:id="rId35"/>
    <p:sldId id="284" r:id="rId36"/>
    <p:sldId id="289" r:id="rId59"/>
    <p:sldId id="288" r:id="rId58"/>
    <p:sldId id="286" r:id="rId38"/>
    <p:sldId id="290" r:id="rId60"/>
    <p:sldId id="291" r:id="rId61"/>
    <p:sldId id="285" r:id="rId37"/>
    <p:sldId id="292" r:id="rId62"/>
    <p:sldId id="293" r:id="rId63"/>
    <p:sldId id="294" r:id="rId64"/>
    <p:sldId id="295" r:id="rId65"/>
  </p:sldIdLst>
  <p:sldSz cy="5143500" cx="9144000"/>
  <p:notesSz cx="6858000" cy="9144000"/>
  <p:embeddedFontLst>
    <p:embeddedFont>
      <p:font typeface="Nunito SemiBold"/>
      <p:regular r:id="rId40"/>
      <p:bold r:id="rId41"/>
      <p:italic r:id="rId42"/>
      <p:boldItalic r:id="rId43"/>
    </p:embeddedFont>
    <p:embeddedFont>
      <p:font typeface="Nunito"/>
      <p:regular r:id="rId44"/>
      <p:bold r:id="rId45"/>
      <p:italic r:id="rId46"/>
      <p:boldItalic r:id="rId47"/>
    </p:embeddedFont>
    <p:embeddedFont>
      <p:font typeface="Montserrat"/>
      <p:regular r:id="rId48"/>
      <p:bold r:id="rId49"/>
      <p:italic r:id="rId50"/>
      <p:boldItalic r:id="rId51"/>
    </p:embeddedFont>
    <p:embeddedFont>
      <p:font typeface="Nunito ExtraBold"/>
      <p:bold r:id="rId52"/>
      <p:boldItalic r:id="rId53"/>
    </p:embeddedFont>
    <p:embeddedFont>
      <p:font typeface="Century Gothic"/>
      <p:regular r:id="rId54"/>
      <p:bold r:id="rId55"/>
      <p:italic r:id="rId56"/>
      <p:boldItalic r:id="rId57"/>
    </p:embeddedFont>
  </p:embeddedFontLst>
  <p:defaultText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pc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pc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pc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pc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pc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pc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pc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pc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pc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defaultTextStyle>
  <p:extLst>
    <p:ext uri="{EFAFB233-063F-42B5-8137-9DF3F51BA10A}">
      <p15:sldGuideLst>
        <p15:guide id="1" orient="horz" pos="1620">
          <p15:clr>
            <a:srgbClr val="747775"/>
          </p15:clr>
        </p15:guide>
        <p15:guide id="2" pos="2880">
          <p15:clr>
            <a:srgbClr val="747775"/>
          </p15:clr>
        </p15:guide>
      </p15:sldGuideLst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/>
</file>

<file path=ppt/tableStyles.xml><?xml version="1.0" encoding="utf-8"?>
<a:tblStyleLst xmlns:a="http://schemas.openxmlformats.org/drawingml/2006/main" xmlns:r="http://schemas.openxmlformats.org/officeDocument/2006/relationships" def="{A5698273-5225-4557-BD2E-0B8C5CF09AB3}">
  <a:tblStyle styleId="{A5698273-5225-4557-BD2E-0B8C5CF09AB3}" styleName="Table_0">
    <a:wholeTbl>
      <a:tcTxStyle b="off" i="off">
        <a:font>
          <a:latin typeface="Arial"/>
          <a:ea typeface="Arial"/>
          <a:cs typeface="Arial"/>
        </a:font>
        <a:srgbClr val="000000"/>
      </a:tcTxStyle>
      <a:tcStyle>
        <a:tcBdr>
          <a:left>
            <a:ln cap="flat" cmpd="sng" w="9525">
              <a:solidFill>
                <a:srgbClr val="000000">
                  <a:alpha val="0"/>
                </a:srgbClr>
              </a:solidFill>
              <a:prstDash val="solid"/>
              <a:round/>
              <a:headEnd len="sm" w="sm" type="none"/>
              <a:tailEnd len="sm" w="sm" type="none"/>
            </a:ln>
          </a:left>
          <a:right>
            <a:ln cap="flat" cmpd="sng" w="9525">
              <a:solidFill>
                <a:srgbClr val="000000">
                  <a:alpha val="0"/>
                </a:srgbClr>
              </a:solidFill>
              <a:prstDash val="solid"/>
              <a:round/>
              <a:headEnd len="sm" w="sm" type="none"/>
              <a:tailEnd len="sm" w="sm" type="none"/>
            </a:ln>
          </a:right>
          <a:top>
            <a:ln cap="flat" cmpd="sng" w="12700">
              <a:solidFill>
                <a:srgbClr val="5B9BD5"/>
              </a:solidFill>
              <a:prstDash val="solid"/>
              <a:round/>
              <a:headEnd len="sm" w="sm" type="none"/>
              <a:tailEnd len="sm" w="sm" type="none"/>
            </a:ln>
          </a:top>
          <a:bottom>
            <a:ln cap="flat" cmpd="sng" w="12700">
              <a:solidFill>
                <a:srgbClr val="5B9BD5"/>
              </a:solidFill>
              <a:prstDash val="solid"/>
              <a:round/>
              <a:headEnd len="sm" w="sm" type="none"/>
              <a:tailEnd len="sm" w="sm" type="none"/>
            </a:ln>
          </a:bottom>
          <a:insideH>
            <a:ln cap="flat" cmpd="sng" w="9525">
              <a:solidFill>
                <a:srgbClr val="000000">
                  <a:alpha val="0"/>
                </a:srgbClr>
              </a:solidFill>
              <a:prstDash val="solid"/>
              <a:round/>
              <a:headEnd len="sm" w="sm" type="none"/>
              <a:tailEnd len="sm" w="sm" type="none"/>
            </a:ln>
          </a:insideH>
          <a:insideV>
            <a:ln cap="flat" cmpd="sng" w="9525">
              <a:solidFill>
                <a:srgbClr val="000000">
                  <a:alpha val="0"/>
                </a:srgbClr>
              </a:solidFill>
              <a:prstDash val="solid"/>
              <a:round/>
              <a:headEnd len="sm" w="sm" type="none"/>
              <a:tailEnd len="sm" w="sm" type="none"/>
            </a:ln>
          </a:insideV>
        </a:tcBdr>
        <a:fill>
          <a:solidFill>
            <a:srgbClr val="FFFFFF">
              <a:alpha val="0"/>
            </a:srgbClr>
          </a:solidFill>
        </a:fill>
      </a:tcStyle>
    </a:wholeTbl>
    <a:band1H>
      <a:tcTxStyle b="off" i="off"/>
      <a:tcStyle>
        <a:fill>
          <a:solidFill>
            <a:srgbClr val="5B9BD5">
              <a:alpha val="20000"/>
            </a:srgbClr>
          </a:solidFill>
        </a:fill>
      </a:tcStyle>
    </a:band1H>
    <a:band2H>
      <a:tcTxStyle b="off" i="off"/>
    </a:band2H>
    <a:band1V>
      <a:tcTxStyle b="off" i="off"/>
      <a:tcStyle>
        <a:fill>
          <a:solidFill>
            <a:srgbClr val="5B9BD5">
              <a:alpha val="20000"/>
            </a:srgbClr>
          </a:solidFill>
        </a:fill>
      </a:tcStyle>
    </a:band1V>
    <a:band2V>
      <a:tcTxStyle b="off" i="off"/>
    </a:band2V>
    <a:lastCol>
      <a:tcTxStyle b="on" i="off"/>
    </a:lastCol>
    <a:firstCol>
      <a:tcTxStyle b="on" i="off"/>
    </a:firstCol>
    <a:lastRow>
      <a:tcTxStyle b="on" i="off"/>
      <a:tcStyle>
        <a:tcBdr>
          <a:top>
            <a:ln cap="flat" cmpd="sng" w="12700">
              <a:solidFill>
                <a:srgbClr val="5B9BD5"/>
              </a:solidFill>
              <a:prstDash val="solid"/>
              <a:round/>
              <a:headEnd len="sm" w="sm" type="none"/>
              <a:tailEnd len="sm" w="sm" type="none"/>
            </a:ln>
          </a:top>
        </a:tcBdr>
        <a:fill>
          <a:solidFill>
            <a:srgbClr val="FFFFFF">
              <a:alpha val="0"/>
            </a:srgbClr>
          </a:solidFill>
        </a:fill>
      </a:tcStyle>
    </a:lastRow>
    <a:seCell>
      <a:tcTxStyle b="off" i="off"/>
    </a:seCell>
    <a:swCell>
      <a:tcTxStyle b="off" i="off"/>
    </a:swCell>
    <a:firstRow>
      <a:tcTxStyle b="on" i="off"/>
      <a:tcStyle>
        <a:tcBdr>
          <a:bottom>
            <a:ln cap="flat" cmpd="sng" w="12700">
              <a:solidFill>
                <a:srgbClr val="5B9BD5"/>
              </a:solidFill>
              <a:prstDash val="solid"/>
              <a:round/>
              <a:headEnd len="sm" w="sm" type="none"/>
              <a:tailEnd len="sm" w="sm" type="none"/>
            </a:ln>
          </a:bottom>
        </a:tcBdr>
        <a:fill>
          <a:solidFill>
            <a:srgbClr val="FFFFFF">
              <a:alpha val="0"/>
            </a:srgbClr>
          </a:solidFill>
        </a:fill>
      </a:tcStyle>
    </a:firstRow>
    <a:neCell>
      <a:tcTxStyle b="off" i="off"/>
    </a:neCell>
    <a:nwCell>
      <a:tcTxStyle b="off" i="off"/>
    </a:nwCell>
  </a:tblStyle>
</a:tblStyleLst>
</file>

<file path=ppt/viewProps.xml><?xml version="1.0" encoding="utf-8"?>
<p:viewP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Comments="0">
  <p:slideViewPr>
    <p:cSldViewPr snapToGrid="0">
      <p:cViewPr varScale="1">
        <p:scale>
          <a:sx n="100" d="100"/>
          <a:sy n="100" d="100"/>
        </p:scale>
        <p:origin x="0" y="0"/>
      </p:cViewPr>
      <p:guideLst>
        <p:guide pos="1620" orient="horz"/>
        <p:guide pos="2880"/>
      </p:guideLst>
    </p:cSldViewPr>
  </p:slideViewPr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theme" Target="theme/theme1.xml"/><Relationship Id="rId2" Type="http://schemas.openxmlformats.org/officeDocument/2006/relationships/viewProps" Target="viewProps.xml"/><Relationship Id="rId3" Type="http://schemas.openxmlformats.org/officeDocument/2006/relationships/presProps" Target="presProps.xml"/><Relationship Id="rId4" Type="http://schemas.openxmlformats.org/officeDocument/2006/relationships/tableStyles" Target="tableStyles.xml"/><Relationship Id="rId5" Type="http://schemas.openxmlformats.org/officeDocument/2006/relationships/slideMaster" Target="slideMasters/slideMaster1.xml"/><Relationship Id="rId6" Type="http://schemas.openxmlformats.org/officeDocument/2006/relationships/slideMaster" Target="slideMasters/slideMaster2.xml"/><Relationship Id="rId7" Type="http://schemas.openxmlformats.org/officeDocument/2006/relationships/notesMaster" Target="notesMasters/notesMaster1.xml"/><Relationship Id="rId8" Type="http://schemas.openxmlformats.org/officeDocument/2006/relationships/slide" Target="slides/slide1.xml"/><Relationship Id="rId9" Type="http://schemas.openxmlformats.org/officeDocument/2006/relationships/slide" Target="slides/slide2.xml"/><Relationship Id="rId10" Type="http://schemas.openxmlformats.org/officeDocument/2006/relationships/slide" Target="slides/slide3.xml"/><Relationship Id="rId11" Type="http://schemas.openxmlformats.org/officeDocument/2006/relationships/slide" Target="slides/slide4.xml"/><Relationship Id="rId12" Type="http://schemas.openxmlformats.org/officeDocument/2006/relationships/slide" Target="slides/slide5.xml"/><Relationship Id="rId13" Type="http://schemas.openxmlformats.org/officeDocument/2006/relationships/slide" Target="slides/slide7.xml"/><Relationship Id="rId14" Type="http://schemas.openxmlformats.org/officeDocument/2006/relationships/slide" Target="slides/slide8.xml"/><Relationship Id="rId15" Type="http://schemas.openxmlformats.org/officeDocument/2006/relationships/slide" Target="slides/slide9.xml"/><Relationship Id="rId16" Type="http://schemas.openxmlformats.org/officeDocument/2006/relationships/slide" Target="slides/slide10.xml"/><Relationship Id="rId17" Type="http://schemas.openxmlformats.org/officeDocument/2006/relationships/slide" Target="slides/slide11.xml"/><Relationship Id="rId18" Type="http://schemas.openxmlformats.org/officeDocument/2006/relationships/slide" Target="slides/slide12.xml"/><Relationship Id="rId19" Type="http://schemas.openxmlformats.org/officeDocument/2006/relationships/slide" Target="slides/slide13.xml"/><Relationship Id="rId20" Type="http://schemas.openxmlformats.org/officeDocument/2006/relationships/slide" Target="slides/slide14.xml"/><Relationship Id="rId21" Type="http://schemas.openxmlformats.org/officeDocument/2006/relationships/slide" Target="slides/slide15.xml"/><Relationship Id="rId22" Type="http://schemas.openxmlformats.org/officeDocument/2006/relationships/slide" Target="slides/slide16.xml"/><Relationship Id="rId23" Type="http://schemas.openxmlformats.org/officeDocument/2006/relationships/slide" Target="slides/slide17.xml"/><Relationship Id="rId24" Type="http://schemas.openxmlformats.org/officeDocument/2006/relationships/slide" Target="slides/slide18.xml"/><Relationship Id="rId25" Type="http://schemas.openxmlformats.org/officeDocument/2006/relationships/slide" Target="slides/slide19.xml"/><Relationship Id="rId26" Type="http://schemas.openxmlformats.org/officeDocument/2006/relationships/slide" Target="slides/slide20.xml"/><Relationship Id="rId27" Type="http://schemas.openxmlformats.org/officeDocument/2006/relationships/slide" Target="slides/slide21.xml"/><Relationship Id="rId28" Type="http://schemas.openxmlformats.org/officeDocument/2006/relationships/slide" Target="slides/slide22.xml"/><Relationship Id="rId29" Type="http://schemas.openxmlformats.org/officeDocument/2006/relationships/slide" Target="slides/slide23.xml"/><Relationship Id="rId30" Type="http://schemas.openxmlformats.org/officeDocument/2006/relationships/slide" Target="slides/slide24.xml"/><Relationship Id="rId31" Type="http://schemas.openxmlformats.org/officeDocument/2006/relationships/slide" Target="slides/slide25.xml"/><Relationship Id="rId32" Type="http://schemas.openxmlformats.org/officeDocument/2006/relationships/slide" Target="slides/slide26.xml"/><Relationship Id="rId33" Type="http://schemas.openxmlformats.org/officeDocument/2006/relationships/slide" Target="slides/slide27.xml"/><Relationship Id="rId34" Type="http://schemas.openxmlformats.org/officeDocument/2006/relationships/slide" Target="slides/slide28.xml"/><Relationship Id="rId35" Type="http://schemas.openxmlformats.org/officeDocument/2006/relationships/slide" Target="slides/slide29.xml"/><Relationship Id="rId36" Type="http://schemas.openxmlformats.org/officeDocument/2006/relationships/slide" Target="slides/slide30.xml"/><Relationship Id="rId37" Type="http://schemas.openxmlformats.org/officeDocument/2006/relationships/slide" Target="slides/slide36.xml"/><Relationship Id="rId38" Type="http://schemas.openxmlformats.org/officeDocument/2006/relationships/slide" Target="slides/slide33.xml"/><Relationship Id="rId39" Type="http://schemas.openxmlformats.org/officeDocument/2006/relationships/slide" Target="slides/slide6.xml"/><Relationship Id="rId40" Type="http://schemas.openxmlformats.org/officeDocument/2006/relationships/font" Target="fonts/NunitoSemiBold-regular.fntdata"/><Relationship Id="rId41" Type="http://schemas.openxmlformats.org/officeDocument/2006/relationships/font" Target="fonts/NunitoSemiBold-bold.fntdata"/><Relationship Id="rId42" Type="http://schemas.openxmlformats.org/officeDocument/2006/relationships/font" Target="fonts/NunitoSemiBold-italic.fntdata"/><Relationship Id="rId43" Type="http://schemas.openxmlformats.org/officeDocument/2006/relationships/font" Target="fonts/NunitoSemiBold-boldItalic.fntdata"/><Relationship Id="rId44" Type="http://schemas.openxmlformats.org/officeDocument/2006/relationships/font" Target="fonts/Nunito-regular.fntdata"/><Relationship Id="rId45" Type="http://schemas.openxmlformats.org/officeDocument/2006/relationships/font" Target="fonts/Nunito-bold.fntdata"/><Relationship Id="rId46" Type="http://schemas.openxmlformats.org/officeDocument/2006/relationships/font" Target="fonts/Nunito-italic.fntdata"/><Relationship Id="rId47" Type="http://schemas.openxmlformats.org/officeDocument/2006/relationships/font" Target="fonts/Nunito-boldItalic.fntdata"/><Relationship Id="rId48" Type="http://schemas.openxmlformats.org/officeDocument/2006/relationships/font" Target="fonts/Montserrat-regular.fntdata"/><Relationship Id="rId49" Type="http://schemas.openxmlformats.org/officeDocument/2006/relationships/font" Target="fonts/Montserrat-bold.fntdata"/><Relationship Id="rId50" Type="http://schemas.openxmlformats.org/officeDocument/2006/relationships/font" Target="fonts/Montserrat-italic.fntdata"/><Relationship Id="rId51" Type="http://schemas.openxmlformats.org/officeDocument/2006/relationships/font" Target="fonts/Montserrat-boldItalic.fntdata"/><Relationship Id="rId52" Type="http://schemas.openxmlformats.org/officeDocument/2006/relationships/font" Target="fonts/NunitoExtraBold-bold.fntdata"/><Relationship Id="rId53" Type="http://schemas.openxmlformats.org/officeDocument/2006/relationships/font" Target="fonts/NunitoExtraBold-boldItalic.fntdata"/><Relationship Id="rId54" Type="http://schemas.openxmlformats.org/officeDocument/2006/relationships/font" Target="fonts/CenturyGothic-regular.fntdata"/><Relationship Id="rId55" Type="http://schemas.openxmlformats.org/officeDocument/2006/relationships/font" Target="fonts/CenturyGothic-bold.fntdata"/><Relationship Id="rId56" Type="http://schemas.openxmlformats.org/officeDocument/2006/relationships/font" Target="fonts/CenturyGothic-italic.fntdata"/><Relationship Id="rId57" Type="http://schemas.openxmlformats.org/officeDocument/2006/relationships/font" Target="fonts/CenturyGothic-boldItalic.fntdata"/><Relationship Id="rId58" Type="http://schemas.openxmlformats.org/officeDocument/2006/relationships/slide" Target="slides/slide32.xml"/><Relationship Id="rId59" Type="http://schemas.openxmlformats.org/officeDocument/2006/relationships/slide" Target="slides/slide31.xml"/><Relationship Id="rId60" Type="http://schemas.openxmlformats.org/officeDocument/2006/relationships/slide" Target="slides/slide34.xml"/><Relationship Id="rId61" Type="http://schemas.openxmlformats.org/officeDocument/2006/relationships/slide" Target="slides/slide35.xml"/><Relationship Id="rId62" Type="http://schemas.openxmlformats.org/officeDocument/2006/relationships/slide" Target="slides/slide37.xml"/><Relationship Id="rId63" Type="http://schemas.openxmlformats.org/officeDocument/2006/relationships/slide" Target="slides/slide38.xml"/><Relationship Id="rId64" Type="http://schemas.openxmlformats.org/officeDocument/2006/relationships/slide" Target="slides/slide39.xml"/><Relationship Id="rId65" Type="http://schemas.openxmlformats.org/officeDocument/2006/relationships/slide" Target="slides/slide40.xml"/></Relationships>
</file>

<file path=ppt/notesMasters/_rels/notesMaster1.xml.rels><?xml version='1.0' encoding='UTF-8' standalone='yes'?>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2" name="Shape 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Google Shape;3;n"/>
          <p:cNvSpPr/>
          <p:nvPr>
            <p:ph idx="2" type="sldImg"/>
          </p:nvPr>
        </p:nvSpPr>
        <p:spPr>
          <a:xfrm>
            <a:off x="381300" y="685800"/>
            <a:ext cx="6096075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4" name="Google Shape;4;n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indent="-298450" lvl="0" marL="457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Char char="●"/>
              <a:defRPr b="0" i="0" sz="11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1pPr>
            <a:lvl2pPr indent="-298450" lvl="1" marL="9144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Char char="○"/>
              <a:defRPr b="0" i="0" sz="11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2pPr>
            <a:lvl3pPr indent="-298450" lvl="2" marL="13716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Char char="■"/>
              <a:defRPr b="0" i="0" sz="11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3pPr>
            <a:lvl4pPr indent="-298450" lvl="3" marL="18288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Char char="●"/>
              <a:defRPr b="0" i="0" sz="11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4pPr>
            <a:lvl5pPr indent="-298450" lvl="4" marL="22860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Char char="○"/>
              <a:defRPr b="0" i="0" sz="11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5pPr>
            <a:lvl6pPr indent="-298450" lvl="5" marL="2743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Char char="■"/>
              <a:defRPr b="0" i="0" sz="11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6pPr>
            <a:lvl7pPr indent="-298450" lvl="6" marL="32004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Char char="●"/>
              <a:defRPr b="0" i="0" sz="11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7pPr>
            <a:lvl8pPr indent="-298450" lvl="7" marL="36576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Char char="○"/>
              <a:defRPr b="0" i="0" sz="11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8pPr>
            <a:lvl9pPr indent="-298450" lvl="8" marL="41148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Char char="■"/>
              <a:defRPr b="0" i="0" sz="11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/>
        </p:txBody>
      </p:sp>
    </p:spTree>
  </p:cSld>
  <p:clrMap accent1="accent1" accent2="accent2" accent3="accent3" accent4="accent4" accent5="accent5" accent6="accent6" bg1="lt1" bg2="dk2" tx1="dk1" tx2="lt2" folHlink="folHlink" hlink="hlink"/>
  <p:notes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pc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pc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pc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pc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pc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pc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pc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pc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pc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notesStyle>
</p:notesMaster>
</file>

<file path=ppt/notesSlides/_rels/notesSlide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5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6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7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8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9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0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5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6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7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8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9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0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5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6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7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8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9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0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162" name="Shape 16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3" name="Google Shape;163;p1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164" name="Google Shape;164;p1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169" name="Shape 16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0" name="Google Shape;170;p2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171" name="Google Shape;171;p2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186" name="Shape 18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87" name="Google Shape;187;p3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188" name="Google Shape;188;p3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193" name="Shape 19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4" name="Google Shape;194;p4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195" name="Google Shape;195;p4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202" name="Shape 20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03" name="Google Shape;203;p5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204" name="Google Shape;204;p5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210" name="Shape 21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1" name="Google Shape;211;g3c275fce4fb_0_4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212" name="Google Shape;212;g3c275fce4fb_0_4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218" name="Shape 21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9" name="Google Shape;219;h1ee84572765e4f1b_1_0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220" name="Google Shape;220;h1ee84572765e4f1b_1_0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226" name="Shape 22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27" name="Google Shape;227;h1ee84572765e4f1b_1_7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228" name="Google Shape;228;h1ee84572765e4f1b_1_7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234" name="Shape 23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35" name="Google Shape;235;h1ee84572765e4f1b_1_15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236" name="Google Shape;236;h1ee84572765e4f1b_1_15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242" name="Shape 24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43" name="Google Shape;243;h1ee84572765e4f1b_1_22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244" name="Google Shape;244;h1ee84572765e4f1b_1_22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250" name="Shape 25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1" name="Google Shape;251;h1ee84572765e4f1b_1_29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252" name="Google Shape;252;h1ee84572765e4f1b_1_29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258" name="Shape 25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9" name="Google Shape;259;h1ee84572765e4f1b_1_36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260" name="Google Shape;260;h1ee84572765e4f1b_1_36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266" name="Shape 26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67" name="Google Shape;267;h1ee84572765e4f1b_1_43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268" name="Google Shape;268;h1ee84572765e4f1b_1_43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274" name="Shape 27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75" name="Google Shape;275;h1ee84572765e4f1b_1_51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276" name="Google Shape;276;h1ee84572765e4f1b_1_51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282" name="Shape 28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83" name="Google Shape;283;h1ee84572765e4f1b_1_58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284" name="Google Shape;284;h1ee84572765e4f1b_1_58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1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290" name="Shape 29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91" name="Google Shape;291;h1ee84572765e4f1b_1_65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292" name="Google Shape;292;h1ee84572765e4f1b_1_65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1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298" name="Shape 29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99" name="Google Shape;299;h1ee84572765e4f1b_1_72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300" name="Google Shape;300;h1ee84572765e4f1b_1_72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1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306" name="Shape 30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07" name="Google Shape;307;h1ee84572765e4f1b_1_79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308" name="Google Shape;308;h1ee84572765e4f1b_1_79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19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314" name="Shape 31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5" name="Google Shape;315;h1ee84572765e4f1b_1_86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316" name="Google Shape;316;h1ee84572765e4f1b_1_86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20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322" name="Shape 32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23" name="Google Shape;323;h1ee84572765e4f1b_1_93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324" name="Google Shape;324;h1ee84572765e4f1b_1_93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2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330" name="Shape 33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31" name="Google Shape;331;h1ee84572765e4f1b_1_100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332" name="Google Shape;332;h1ee84572765e4f1b_1_100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2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338" name="Shape 33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39" name="Google Shape;339;h1ee84572765e4f1b_1_107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340" name="Google Shape;340;h1ee84572765e4f1b_1_107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2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346" name="Shape 34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47" name="Google Shape;347;h1ee84572765e4f1b_1_114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348" name="Google Shape;348;h1ee84572765e4f1b_1_114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2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354" name="Shape 35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55" name="Google Shape;355;h1ee84572765e4f1b_1_121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356" name="Google Shape;356;h1ee84572765e4f1b_1_121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2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362" name="Shape 36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63" name="Google Shape;363;h1ee84572765e4f1b_1_128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364" name="Google Shape;364;h1ee84572765e4f1b_1_128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2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370" name="Shape 37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71" name="Google Shape;371;h1ee84572765e4f1b_1_135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372" name="Google Shape;372;h1ee84572765e4f1b_1_135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2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378" name="Shape 37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79" name="Google Shape;379;h1ee84572765e4f1b_1_142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380" name="Google Shape;380;h1ee84572765e4f1b_1_142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2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386" name="Shape 38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87" name="Google Shape;387;h1ee84572765e4f1b_1_149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388" name="Google Shape;388;h1ee84572765e4f1b_1_149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29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394" name="Shape 39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95" name="Google Shape;395;h1ee84572765e4f1b_1_156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396" name="Google Shape;396;h1ee84572765e4f1b_1_156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30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402" name="Shape 40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03" name="Google Shape;403;p10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404" name="Google Shape;404;p10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3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408" name="Shape 40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09" name="Google Shape;409;p12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410" name="Google Shape;410;p12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3.png"/><Relationship Id="rId3" Type="http://schemas.openxmlformats.org/officeDocument/2006/relationships/image" Target="../media/image4.png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2.xml"/><Relationship Id="rId2" Type="http://schemas.openxmlformats.org/officeDocument/2006/relationships/image" Target="../media/image3.png"/><Relationship Id="rId3" Type="http://schemas.openxmlformats.org/officeDocument/2006/relationships/image" Target="../media/image1.png"/></Relationships>
</file>

<file path=ppt/slideLayouts/_rels/slideLayout2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_rels/slideLayout2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_rels/slideLayout2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_rels/slideLayout2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_rels/slideLayout2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_rels/slideLayout3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_rels/slideLayout3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_rels/slideLayout3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_rels/slideLayout3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slideLayout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Title and body" type="tx">
  <p:cSld name="TITLE_AND_BODY">
    <p:spTree>
      <p:nvGrpSpPr>
        <p:cNvPr id="14" name="Shape 1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" name="Google Shape;15;p2"/>
          <p:cNvSpPr txBox="1"/>
          <p:nvPr>
            <p:ph type="title"/>
          </p:nvPr>
        </p:nvSpPr>
        <p:spPr>
          <a:xfrm>
            <a:off x="202550" y="289279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200"/>
              <a:buNone/>
              <a:defRPr/>
            </a:lvl1pPr>
            <a:lvl2pPr lvl="1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500"/>
              <a:buNone/>
              <a:defRPr/>
            </a:lvl2pPr>
            <a:lvl3pPr lvl="2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500"/>
              <a:buNone/>
              <a:defRPr/>
            </a:lvl3pPr>
            <a:lvl4pPr lvl="3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500"/>
              <a:buNone/>
              <a:defRPr/>
            </a:lvl4pPr>
            <a:lvl5pPr lvl="4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500"/>
              <a:buNone/>
              <a:defRPr/>
            </a:lvl5pPr>
            <a:lvl6pPr lvl="5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500"/>
              <a:buNone/>
              <a:defRPr/>
            </a:lvl6pPr>
            <a:lvl7pPr lvl="6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500"/>
              <a:buNone/>
              <a:defRPr/>
            </a:lvl7pPr>
            <a:lvl8pPr lvl="7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500"/>
              <a:buNone/>
              <a:defRPr/>
            </a:lvl8pPr>
            <a:lvl9pPr lvl="8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500"/>
              <a:buNone/>
              <a:defRPr/>
            </a:lvl9pPr>
          </a:lstStyle>
          <a:p/>
        </p:txBody>
      </p:sp>
      <p:sp>
        <p:nvSpPr>
          <p:cNvPr id="16" name="Google Shape;16;p2"/>
          <p:cNvSpPr txBox="1"/>
          <p:nvPr>
            <p:ph idx="1" type="body"/>
          </p:nvPr>
        </p:nvSpPr>
        <p:spPr>
          <a:xfrm>
            <a:off x="202550" y="861975"/>
            <a:ext cx="8629800" cy="3706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indent="-323850" lvl="0" marL="4572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500"/>
              <a:buFont typeface="Nunito"/>
              <a:buChar char="●"/>
              <a:defRPr>
                <a:latin typeface="Nunito"/>
                <a:ea typeface="Nunito"/>
                <a:cs typeface="Nunito"/>
                <a:sym typeface="Nunito"/>
              </a:defRPr>
            </a:lvl1pPr>
            <a:lvl2pPr indent="-311150" lvl="1" marL="9144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300"/>
              <a:buFont typeface="Nunito"/>
              <a:buChar char="○"/>
              <a:defRPr>
                <a:latin typeface="Nunito"/>
                <a:ea typeface="Nunito"/>
                <a:cs typeface="Nunito"/>
                <a:sym typeface="Nunito"/>
              </a:defRPr>
            </a:lvl2pPr>
            <a:lvl3pPr indent="-304800" lvl="2" marL="1371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Nunito"/>
              <a:buChar char="■"/>
              <a:defRPr>
                <a:latin typeface="Nunito"/>
                <a:ea typeface="Nunito"/>
                <a:cs typeface="Nunito"/>
                <a:sym typeface="Nunito"/>
              </a:defRPr>
            </a:lvl3pPr>
            <a:lvl4pPr indent="-298450" lvl="3" marL="18288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100"/>
              <a:buFont typeface="Nunito"/>
              <a:buChar char="●"/>
              <a:defRPr>
                <a:latin typeface="Nunito"/>
                <a:ea typeface="Nunito"/>
                <a:cs typeface="Nunito"/>
                <a:sym typeface="Nunito"/>
              </a:defRPr>
            </a:lvl4pPr>
            <a:lvl5pPr indent="-292100" lvl="4" marL="22860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000"/>
              <a:buFont typeface="Nunito"/>
              <a:buChar char="○"/>
              <a:defRPr>
                <a:latin typeface="Nunito"/>
                <a:ea typeface="Nunito"/>
                <a:cs typeface="Nunito"/>
                <a:sym typeface="Nunito"/>
              </a:defRPr>
            </a:lvl5pPr>
            <a:lvl6pPr indent="-285750" lvl="5" marL="27432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900"/>
              <a:buFont typeface="Nunito"/>
              <a:buChar char="■"/>
              <a:defRPr>
                <a:latin typeface="Nunito"/>
                <a:ea typeface="Nunito"/>
                <a:cs typeface="Nunito"/>
                <a:sym typeface="Nunito"/>
              </a:defRPr>
            </a:lvl6pPr>
            <a:lvl7pPr indent="-279400" lvl="6" marL="32004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800"/>
              <a:buFont typeface="Nunito"/>
              <a:buChar char="●"/>
              <a:defRPr>
                <a:latin typeface="Nunito"/>
                <a:ea typeface="Nunito"/>
                <a:cs typeface="Nunito"/>
                <a:sym typeface="Nunito"/>
              </a:defRPr>
            </a:lvl7pPr>
            <a:lvl8pPr indent="-273050" lvl="7" marL="3657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700"/>
              <a:buFont typeface="Nunito"/>
              <a:buChar char="○"/>
              <a:defRPr>
                <a:latin typeface="Nunito"/>
                <a:ea typeface="Nunito"/>
                <a:cs typeface="Nunito"/>
                <a:sym typeface="Nunito"/>
              </a:defRPr>
            </a:lvl8pPr>
            <a:lvl9pPr indent="-266700" lvl="8" marL="4114800" algn="l">
              <a:lnSpc>
                <a:spcPct val="115000"/>
              </a:lnSpc>
              <a:spcBef>
                <a:spcPts val="1600"/>
              </a:spcBef>
              <a:spcAft>
                <a:spcPts val="1600"/>
              </a:spcAft>
              <a:buSzPts val="600"/>
              <a:buFont typeface="Nunito"/>
              <a:buChar char="■"/>
              <a:defRPr>
                <a:latin typeface="Nunito"/>
                <a:ea typeface="Nunito"/>
                <a:cs typeface="Nunito"/>
                <a:sym typeface="Nunito"/>
              </a:defRPr>
            </a:lvl9pPr>
          </a:lstStyle>
          <a:p/>
        </p:txBody>
      </p:sp>
      <p:sp>
        <p:nvSpPr>
          <p:cNvPr id="17" name="Google Shape;17;p2"/>
          <p:cNvSpPr txBox="1"/>
          <p:nvPr>
            <p:ph idx="12" type="sldNum"/>
          </p:nvPr>
        </p:nvSpPr>
        <p:spPr>
          <a:xfrm>
            <a:off x="8832299" y="4946907"/>
            <a:ext cx="365400" cy="2172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marR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800"/>
              <a:buFont typeface="Arial"/>
              <a:buNone/>
              <a:defRPr b="1" i="0" sz="800" u="none" cap="none" strike="noStrike">
                <a:solidFill>
                  <a:srgbClr val="434343"/>
                </a:solidFill>
                <a:latin typeface="Nunito"/>
                <a:ea typeface="Nunito"/>
                <a:cs typeface="Nunito"/>
                <a:sym typeface="Nunito"/>
              </a:defRPr>
            </a:lvl1pPr>
            <a:lvl2pPr indent="0" lvl="1" marL="0" marR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800"/>
              <a:buFont typeface="Arial"/>
              <a:buNone/>
              <a:defRPr b="1" i="0" sz="800" u="none" cap="none" strike="noStrike">
                <a:solidFill>
                  <a:srgbClr val="434343"/>
                </a:solidFill>
                <a:latin typeface="Nunito"/>
                <a:ea typeface="Nunito"/>
                <a:cs typeface="Nunito"/>
                <a:sym typeface="Nunito"/>
              </a:defRPr>
            </a:lvl2pPr>
            <a:lvl3pPr indent="0" lvl="2" marL="0" marR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800"/>
              <a:buFont typeface="Arial"/>
              <a:buNone/>
              <a:defRPr b="1" i="0" sz="800" u="none" cap="none" strike="noStrike">
                <a:solidFill>
                  <a:srgbClr val="434343"/>
                </a:solidFill>
                <a:latin typeface="Nunito"/>
                <a:ea typeface="Nunito"/>
                <a:cs typeface="Nunito"/>
                <a:sym typeface="Nunito"/>
              </a:defRPr>
            </a:lvl3pPr>
            <a:lvl4pPr indent="0" lvl="3" marL="0" marR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800"/>
              <a:buFont typeface="Arial"/>
              <a:buNone/>
              <a:defRPr b="1" i="0" sz="800" u="none" cap="none" strike="noStrike">
                <a:solidFill>
                  <a:srgbClr val="434343"/>
                </a:solidFill>
                <a:latin typeface="Nunito"/>
                <a:ea typeface="Nunito"/>
                <a:cs typeface="Nunito"/>
                <a:sym typeface="Nunito"/>
              </a:defRPr>
            </a:lvl4pPr>
            <a:lvl5pPr indent="0" lvl="4" marL="0" marR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800"/>
              <a:buFont typeface="Arial"/>
              <a:buNone/>
              <a:defRPr b="1" i="0" sz="800" u="none" cap="none" strike="noStrike">
                <a:solidFill>
                  <a:srgbClr val="434343"/>
                </a:solidFill>
                <a:latin typeface="Nunito"/>
                <a:ea typeface="Nunito"/>
                <a:cs typeface="Nunito"/>
                <a:sym typeface="Nunito"/>
              </a:defRPr>
            </a:lvl5pPr>
            <a:lvl6pPr indent="0" lvl="5" marL="0" marR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800"/>
              <a:buFont typeface="Arial"/>
              <a:buNone/>
              <a:defRPr b="1" i="0" sz="800" u="none" cap="none" strike="noStrike">
                <a:solidFill>
                  <a:srgbClr val="434343"/>
                </a:solidFill>
                <a:latin typeface="Nunito"/>
                <a:ea typeface="Nunito"/>
                <a:cs typeface="Nunito"/>
                <a:sym typeface="Nunito"/>
              </a:defRPr>
            </a:lvl6pPr>
            <a:lvl7pPr indent="0" lvl="6" marL="0" marR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800"/>
              <a:buFont typeface="Arial"/>
              <a:buNone/>
              <a:defRPr b="1" i="0" sz="800" u="none" cap="none" strike="noStrike">
                <a:solidFill>
                  <a:srgbClr val="434343"/>
                </a:solidFill>
                <a:latin typeface="Nunito"/>
                <a:ea typeface="Nunito"/>
                <a:cs typeface="Nunito"/>
                <a:sym typeface="Nunito"/>
              </a:defRPr>
            </a:lvl7pPr>
            <a:lvl8pPr indent="0" lvl="7" marL="0" marR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800"/>
              <a:buFont typeface="Arial"/>
              <a:buNone/>
              <a:defRPr b="1" i="0" sz="800" u="none" cap="none" strike="noStrike">
                <a:solidFill>
                  <a:srgbClr val="434343"/>
                </a:solidFill>
                <a:latin typeface="Nunito"/>
                <a:ea typeface="Nunito"/>
                <a:cs typeface="Nunito"/>
                <a:sym typeface="Nunito"/>
              </a:defRPr>
            </a:lvl8pPr>
            <a:lvl9pPr indent="0" lvl="8" marL="0" marR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800"/>
              <a:buFont typeface="Arial"/>
              <a:buNone/>
              <a:defRPr b="1" i="0" sz="800" u="none" cap="none" strike="noStrike">
                <a:solidFill>
                  <a:srgbClr val="434343"/>
                </a:solidFill>
                <a:latin typeface="Nunito"/>
                <a:ea typeface="Nunito"/>
                <a:cs typeface="Nunito"/>
                <a:sym typeface="Nunito"/>
              </a:defRPr>
            </a:lvl9pPr>
          </a:lstStyle>
          <a:p>
            <a:pPr indent="0" lvl="0" marL="0" rtl="0" algn="ct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Title slide" type="title">
  <p:cSld name="TITLE">
    <p:spTree>
      <p:nvGrpSpPr>
        <p:cNvPr id="18" name="Shape 1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" name="Google Shape;19;p3"/>
          <p:cNvSpPr txBox="1"/>
          <p:nvPr>
            <p:ph type="ctrTitle"/>
          </p:nvPr>
        </p:nvSpPr>
        <p:spPr>
          <a:xfrm>
            <a:off x="2210208" y="744575"/>
            <a:ext cx="6622200" cy="2052600"/>
          </a:xfrm>
          <a:prstGeom prst="rect">
            <a:avLst/>
          </a:prstGeom>
          <a:noFill/>
          <a:ln>
            <a:noFill/>
          </a:ln>
        </p:spPr>
        <p:txBody>
          <a:bodyPr anchorCtr="0" anchor="b" bIns="91425" lIns="91425" spcFirstLastPara="1" rIns="91425" wrap="square" tIns="91425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E39A9"/>
              </a:buClr>
              <a:buSzPts val="4800"/>
              <a:buFont typeface="Nunito"/>
              <a:buNone/>
              <a:defRPr sz="4800">
                <a:solidFill>
                  <a:srgbClr val="0E39A9"/>
                </a:solidFill>
                <a:latin typeface="Nunito"/>
                <a:ea typeface="Nunito"/>
                <a:cs typeface="Nunito"/>
                <a:sym typeface="Nunito"/>
              </a:defRPr>
            </a:lvl1pPr>
            <a:lvl2pPr lvl="1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E39A9"/>
              </a:buClr>
              <a:buSzPts val="4800"/>
              <a:buFont typeface="Nunito"/>
              <a:buNone/>
              <a:defRPr sz="4800">
                <a:solidFill>
                  <a:srgbClr val="0E39A9"/>
                </a:solidFill>
                <a:latin typeface="Nunito"/>
                <a:ea typeface="Nunito"/>
                <a:cs typeface="Nunito"/>
                <a:sym typeface="Nunito"/>
              </a:defRPr>
            </a:lvl2pPr>
            <a:lvl3pPr lvl="2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E39A9"/>
              </a:buClr>
              <a:buSzPts val="4800"/>
              <a:buFont typeface="Nunito"/>
              <a:buNone/>
              <a:defRPr sz="4800">
                <a:solidFill>
                  <a:srgbClr val="0E39A9"/>
                </a:solidFill>
                <a:latin typeface="Nunito"/>
                <a:ea typeface="Nunito"/>
                <a:cs typeface="Nunito"/>
                <a:sym typeface="Nunito"/>
              </a:defRPr>
            </a:lvl3pPr>
            <a:lvl4pPr lvl="3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E39A9"/>
              </a:buClr>
              <a:buSzPts val="4800"/>
              <a:buFont typeface="Nunito"/>
              <a:buNone/>
              <a:defRPr sz="4800">
                <a:solidFill>
                  <a:srgbClr val="0E39A9"/>
                </a:solidFill>
                <a:latin typeface="Nunito"/>
                <a:ea typeface="Nunito"/>
                <a:cs typeface="Nunito"/>
                <a:sym typeface="Nunito"/>
              </a:defRPr>
            </a:lvl4pPr>
            <a:lvl5pPr lvl="4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E39A9"/>
              </a:buClr>
              <a:buSzPts val="4800"/>
              <a:buFont typeface="Nunito"/>
              <a:buNone/>
              <a:defRPr sz="4800">
                <a:solidFill>
                  <a:srgbClr val="0E39A9"/>
                </a:solidFill>
                <a:latin typeface="Nunito"/>
                <a:ea typeface="Nunito"/>
                <a:cs typeface="Nunito"/>
                <a:sym typeface="Nunito"/>
              </a:defRPr>
            </a:lvl5pPr>
            <a:lvl6pPr lvl="5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E39A9"/>
              </a:buClr>
              <a:buSzPts val="4800"/>
              <a:buFont typeface="Nunito"/>
              <a:buNone/>
              <a:defRPr sz="4800">
                <a:solidFill>
                  <a:srgbClr val="0E39A9"/>
                </a:solidFill>
                <a:latin typeface="Nunito"/>
                <a:ea typeface="Nunito"/>
                <a:cs typeface="Nunito"/>
                <a:sym typeface="Nunito"/>
              </a:defRPr>
            </a:lvl6pPr>
            <a:lvl7pPr lvl="6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E39A9"/>
              </a:buClr>
              <a:buSzPts val="4800"/>
              <a:buFont typeface="Nunito"/>
              <a:buNone/>
              <a:defRPr sz="4800">
                <a:solidFill>
                  <a:srgbClr val="0E39A9"/>
                </a:solidFill>
                <a:latin typeface="Nunito"/>
                <a:ea typeface="Nunito"/>
                <a:cs typeface="Nunito"/>
                <a:sym typeface="Nunito"/>
              </a:defRPr>
            </a:lvl7pPr>
            <a:lvl8pPr lvl="7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E39A9"/>
              </a:buClr>
              <a:buSzPts val="4800"/>
              <a:buFont typeface="Nunito"/>
              <a:buNone/>
              <a:defRPr sz="4800">
                <a:solidFill>
                  <a:srgbClr val="0E39A9"/>
                </a:solidFill>
                <a:latin typeface="Nunito"/>
                <a:ea typeface="Nunito"/>
                <a:cs typeface="Nunito"/>
                <a:sym typeface="Nunito"/>
              </a:defRPr>
            </a:lvl8pPr>
            <a:lvl9pPr lvl="8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E39A9"/>
              </a:buClr>
              <a:buSzPts val="4800"/>
              <a:buFont typeface="Nunito"/>
              <a:buNone/>
              <a:defRPr sz="4800">
                <a:solidFill>
                  <a:srgbClr val="0E39A9"/>
                </a:solidFill>
                <a:latin typeface="Nunito"/>
                <a:ea typeface="Nunito"/>
                <a:cs typeface="Nunito"/>
                <a:sym typeface="Nunito"/>
              </a:defRPr>
            </a:lvl9pPr>
          </a:lstStyle>
          <a:p/>
        </p:txBody>
      </p:sp>
      <p:sp>
        <p:nvSpPr>
          <p:cNvPr id="20" name="Google Shape;20;p3"/>
          <p:cNvSpPr txBox="1"/>
          <p:nvPr>
            <p:ph idx="1" type="subTitle"/>
          </p:nvPr>
        </p:nvSpPr>
        <p:spPr>
          <a:xfrm>
            <a:off x="2210202" y="2834125"/>
            <a:ext cx="6622200" cy="7926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434343"/>
              </a:buClr>
              <a:buSzPts val="2600"/>
              <a:buFont typeface="Nunito SemiBold"/>
              <a:buNone/>
              <a:defRPr b="1" sz="2600">
                <a:solidFill>
                  <a:srgbClr val="434343"/>
                </a:solidFill>
                <a:latin typeface="Nunito SemiBold"/>
                <a:ea typeface="Nunito SemiBold"/>
                <a:cs typeface="Nunito SemiBold"/>
                <a:sym typeface="Nunito SemiBold"/>
              </a:defRPr>
            </a:lvl1pPr>
            <a:lvl2pPr lvl="1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434343"/>
              </a:buClr>
              <a:buSzPts val="2600"/>
              <a:buFont typeface="Nunito SemiBold"/>
              <a:buNone/>
              <a:defRPr b="1" sz="2600">
                <a:solidFill>
                  <a:srgbClr val="434343"/>
                </a:solidFill>
                <a:latin typeface="Nunito SemiBold"/>
                <a:ea typeface="Nunito SemiBold"/>
                <a:cs typeface="Nunito SemiBold"/>
                <a:sym typeface="Nunito SemiBold"/>
              </a:defRPr>
            </a:lvl2pPr>
            <a:lvl3pPr lvl="2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434343"/>
              </a:buClr>
              <a:buSzPts val="2600"/>
              <a:buFont typeface="Nunito SemiBold"/>
              <a:buNone/>
              <a:defRPr b="1" sz="2600">
                <a:solidFill>
                  <a:srgbClr val="434343"/>
                </a:solidFill>
                <a:latin typeface="Nunito SemiBold"/>
                <a:ea typeface="Nunito SemiBold"/>
                <a:cs typeface="Nunito SemiBold"/>
                <a:sym typeface="Nunito SemiBold"/>
              </a:defRPr>
            </a:lvl3pPr>
            <a:lvl4pPr lvl="3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434343"/>
              </a:buClr>
              <a:buSzPts val="2600"/>
              <a:buFont typeface="Nunito SemiBold"/>
              <a:buNone/>
              <a:defRPr b="1" sz="2600">
                <a:solidFill>
                  <a:srgbClr val="434343"/>
                </a:solidFill>
                <a:latin typeface="Nunito SemiBold"/>
                <a:ea typeface="Nunito SemiBold"/>
                <a:cs typeface="Nunito SemiBold"/>
                <a:sym typeface="Nunito SemiBold"/>
              </a:defRPr>
            </a:lvl4pPr>
            <a:lvl5pPr lvl="4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434343"/>
              </a:buClr>
              <a:buSzPts val="2600"/>
              <a:buFont typeface="Nunito SemiBold"/>
              <a:buNone/>
              <a:defRPr b="1" sz="2600">
                <a:solidFill>
                  <a:srgbClr val="434343"/>
                </a:solidFill>
                <a:latin typeface="Nunito SemiBold"/>
                <a:ea typeface="Nunito SemiBold"/>
                <a:cs typeface="Nunito SemiBold"/>
                <a:sym typeface="Nunito SemiBold"/>
              </a:defRPr>
            </a:lvl5pPr>
            <a:lvl6pPr lvl="5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434343"/>
              </a:buClr>
              <a:buSzPts val="2600"/>
              <a:buFont typeface="Nunito SemiBold"/>
              <a:buNone/>
              <a:defRPr b="1" sz="2600">
                <a:solidFill>
                  <a:srgbClr val="434343"/>
                </a:solidFill>
                <a:latin typeface="Nunito SemiBold"/>
                <a:ea typeface="Nunito SemiBold"/>
                <a:cs typeface="Nunito SemiBold"/>
                <a:sym typeface="Nunito SemiBold"/>
              </a:defRPr>
            </a:lvl6pPr>
            <a:lvl7pPr lvl="6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434343"/>
              </a:buClr>
              <a:buSzPts val="2600"/>
              <a:buFont typeface="Nunito SemiBold"/>
              <a:buNone/>
              <a:defRPr b="1" sz="2600">
                <a:solidFill>
                  <a:srgbClr val="434343"/>
                </a:solidFill>
                <a:latin typeface="Nunito SemiBold"/>
                <a:ea typeface="Nunito SemiBold"/>
                <a:cs typeface="Nunito SemiBold"/>
                <a:sym typeface="Nunito SemiBold"/>
              </a:defRPr>
            </a:lvl7pPr>
            <a:lvl8pPr lvl="7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434343"/>
              </a:buClr>
              <a:buSzPts val="2600"/>
              <a:buFont typeface="Nunito SemiBold"/>
              <a:buNone/>
              <a:defRPr b="1" sz="2600">
                <a:solidFill>
                  <a:srgbClr val="434343"/>
                </a:solidFill>
                <a:latin typeface="Nunito SemiBold"/>
                <a:ea typeface="Nunito SemiBold"/>
                <a:cs typeface="Nunito SemiBold"/>
                <a:sym typeface="Nunito SemiBold"/>
              </a:defRPr>
            </a:lvl8pPr>
            <a:lvl9pPr lvl="8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434343"/>
              </a:buClr>
              <a:buSzPts val="2600"/>
              <a:buFont typeface="Nunito SemiBold"/>
              <a:buNone/>
              <a:defRPr b="1" sz="2600">
                <a:solidFill>
                  <a:srgbClr val="434343"/>
                </a:solidFill>
                <a:latin typeface="Nunito SemiBold"/>
                <a:ea typeface="Nunito SemiBold"/>
                <a:cs typeface="Nunito SemiBold"/>
                <a:sym typeface="Nunito SemiBold"/>
              </a:defRPr>
            </a:lvl9pPr>
          </a:lstStyle>
          <a:p/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Section header" type="secHead">
  <p:cSld name="SECTION_HEADER">
    <p:spTree>
      <p:nvGrpSpPr>
        <p:cNvPr id="21" name="Shape 2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2" name="Google Shape;22;p4"/>
          <p:cNvSpPr txBox="1"/>
          <p:nvPr>
            <p:ph type="title"/>
          </p:nvPr>
        </p:nvSpPr>
        <p:spPr>
          <a:xfrm>
            <a:off x="311700" y="2150850"/>
            <a:ext cx="8520600" cy="8418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E39A9"/>
              </a:buClr>
              <a:buSzPts val="3600"/>
              <a:buNone/>
              <a:defRPr sz="3600">
                <a:solidFill>
                  <a:srgbClr val="0E39A9"/>
                </a:solidFill>
              </a:defRPr>
            </a:lvl1pPr>
            <a:lvl2pPr lvl="1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E39A9"/>
              </a:buClr>
              <a:buSzPts val="3600"/>
              <a:buNone/>
              <a:defRPr sz="3600">
                <a:solidFill>
                  <a:srgbClr val="0E39A9"/>
                </a:solidFill>
              </a:defRPr>
            </a:lvl2pPr>
            <a:lvl3pPr lvl="2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E39A9"/>
              </a:buClr>
              <a:buSzPts val="3600"/>
              <a:buNone/>
              <a:defRPr sz="3600">
                <a:solidFill>
                  <a:srgbClr val="0E39A9"/>
                </a:solidFill>
              </a:defRPr>
            </a:lvl3pPr>
            <a:lvl4pPr lvl="3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E39A9"/>
              </a:buClr>
              <a:buSzPts val="3600"/>
              <a:buNone/>
              <a:defRPr sz="3600">
                <a:solidFill>
                  <a:srgbClr val="0E39A9"/>
                </a:solidFill>
              </a:defRPr>
            </a:lvl4pPr>
            <a:lvl5pPr lvl="4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E39A9"/>
              </a:buClr>
              <a:buSzPts val="3600"/>
              <a:buNone/>
              <a:defRPr sz="3600">
                <a:solidFill>
                  <a:srgbClr val="0E39A9"/>
                </a:solidFill>
              </a:defRPr>
            </a:lvl5pPr>
            <a:lvl6pPr lvl="5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E39A9"/>
              </a:buClr>
              <a:buSzPts val="3600"/>
              <a:buNone/>
              <a:defRPr sz="3600">
                <a:solidFill>
                  <a:srgbClr val="0E39A9"/>
                </a:solidFill>
              </a:defRPr>
            </a:lvl6pPr>
            <a:lvl7pPr lvl="6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E39A9"/>
              </a:buClr>
              <a:buSzPts val="3600"/>
              <a:buNone/>
              <a:defRPr sz="3600">
                <a:solidFill>
                  <a:srgbClr val="0E39A9"/>
                </a:solidFill>
              </a:defRPr>
            </a:lvl7pPr>
            <a:lvl8pPr lvl="7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E39A9"/>
              </a:buClr>
              <a:buSzPts val="3600"/>
              <a:buNone/>
              <a:defRPr sz="3600">
                <a:solidFill>
                  <a:srgbClr val="0E39A9"/>
                </a:solidFill>
              </a:defRPr>
            </a:lvl8pPr>
            <a:lvl9pPr lvl="8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E39A9"/>
              </a:buClr>
              <a:buSzPts val="3600"/>
              <a:buNone/>
              <a:defRPr sz="3600">
                <a:solidFill>
                  <a:srgbClr val="0E39A9"/>
                </a:solidFill>
              </a:defRPr>
            </a:lvl9pPr>
          </a:lstStyle>
          <a:p/>
        </p:txBody>
      </p:sp>
      <p:sp>
        <p:nvSpPr>
          <p:cNvPr id="23" name="Google Shape;23;p4"/>
          <p:cNvSpPr txBox="1"/>
          <p:nvPr>
            <p:ph idx="12" type="sldNum"/>
          </p:nvPr>
        </p:nvSpPr>
        <p:spPr>
          <a:xfrm>
            <a:off x="8832299" y="4946907"/>
            <a:ext cx="365400" cy="2172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marR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800"/>
              <a:buFont typeface="Arial"/>
              <a:buNone/>
              <a:defRPr b="1" i="0" sz="800" u="none" cap="none" strike="noStrike">
                <a:solidFill>
                  <a:srgbClr val="434343"/>
                </a:solidFill>
                <a:latin typeface="Nunito"/>
                <a:ea typeface="Nunito"/>
                <a:cs typeface="Nunito"/>
                <a:sym typeface="Nunito"/>
              </a:defRPr>
            </a:lvl1pPr>
            <a:lvl2pPr indent="0" lvl="1" marL="0" marR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800"/>
              <a:buFont typeface="Arial"/>
              <a:buNone/>
              <a:defRPr b="1" i="0" sz="800" u="none" cap="none" strike="noStrike">
                <a:solidFill>
                  <a:srgbClr val="434343"/>
                </a:solidFill>
                <a:latin typeface="Nunito"/>
                <a:ea typeface="Nunito"/>
                <a:cs typeface="Nunito"/>
                <a:sym typeface="Nunito"/>
              </a:defRPr>
            </a:lvl2pPr>
            <a:lvl3pPr indent="0" lvl="2" marL="0" marR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800"/>
              <a:buFont typeface="Arial"/>
              <a:buNone/>
              <a:defRPr b="1" i="0" sz="800" u="none" cap="none" strike="noStrike">
                <a:solidFill>
                  <a:srgbClr val="434343"/>
                </a:solidFill>
                <a:latin typeface="Nunito"/>
                <a:ea typeface="Nunito"/>
                <a:cs typeface="Nunito"/>
                <a:sym typeface="Nunito"/>
              </a:defRPr>
            </a:lvl3pPr>
            <a:lvl4pPr indent="0" lvl="3" marL="0" marR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800"/>
              <a:buFont typeface="Arial"/>
              <a:buNone/>
              <a:defRPr b="1" i="0" sz="800" u="none" cap="none" strike="noStrike">
                <a:solidFill>
                  <a:srgbClr val="434343"/>
                </a:solidFill>
                <a:latin typeface="Nunito"/>
                <a:ea typeface="Nunito"/>
                <a:cs typeface="Nunito"/>
                <a:sym typeface="Nunito"/>
              </a:defRPr>
            </a:lvl4pPr>
            <a:lvl5pPr indent="0" lvl="4" marL="0" marR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800"/>
              <a:buFont typeface="Arial"/>
              <a:buNone/>
              <a:defRPr b="1" i="0" sz="800" u="none" cap="none" strike="noStrike">
                <a:solidFill>
                  <a:srgbClr val="434343"/>
                </a:solidFill>
                <a:latin typeface="Nunito"/>
                <a:ea typeface="Nunito"/>
                <a:cs typeface="Nunito"/>
                <a:sym typeface="Nunito"/>
              </a:defRPr>
            </a:lvl5pPr>
            <a:lvl6pPr indent="0" lvl="5" marL="0" marR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800"/>
              <a:buFont typeface="Arial"/>
              <a:buNone/>
              <a:defRPr b="1" i="0" sz="800" u="none" cap="none" strike="noStrike">
                <a:solidFill>
                  <a:srgbClr val="434343"/>
                </a:solidFill>
                <a:latin typeface="Nunito"/>
                <a:ea typeface="Nunito"/>
                <a:cs typeface="Nunito"/>
                <a:sym typeface="Nunito"/>
              </a:defRPr>
            </a:lvl6pPr>
            <a:lvl7pPr indent="0" lvl="6" marL="0" marR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800"/>
              <a:buFont typeface="Arial"/>
              <a:buNone/>
              <a:defRPr b="1" i="0" sz="800" u="none" cap="none" strike="noStrike">
                <a:solidFill>
                  <a:srgbClr val="434343"/>
                </a:solidFill>
                <a:latin typeface="Nunito"/>
                <a:ea typeface="Nunito"/>
                <a:cs typeface="Nunito"/>
                <a:sym typeface="Nunito"/>
              </a:defRPr>
            </a:lvl7pPr>
            <a:lvl8pPr indent="0" lvl="7" marL="0" marR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800"/>
              <a:buFont typeface="Arial"/>
              <a:buNone/>
              <a:defRPr b="1" i="0" sz="800" u="none" cap="none" strike="noStrike">
                <a:solidFill>
                  <a:srgbClr val="434343"/>
                </a:solidFill>
                <a:latin typeface="Nunito"/>
                <a:ea typeface="Nunito"/>
                <a:cs typeface="Nunito"/>
                <a:sym typeface="Nunito"/>
              </a:defRPr>
            </a:lvl8pPr>
            <a:lvl9pPr indent="0" lvl="8" marL="0" marR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800"/>
              <a:buFont typeface="Arial"/>
              <a:buNone/>
              <a:defRPr b="1" i="0" sz="800" u="none" cap="none" strike="noStrike">
                <a:solidFill>
                  <a:srgbClr val="434343"/>
                </a:solidFill>
                <a:latin typeface="Nunito"/>
                <a:ea typeface="Nunito"/>
                <a:cs typeface="Nunito"/>
                <a:sym typeface="Nunito"/>
              </a:defRPr>
            </a:lvl9pPr>
          </a:lstStyle>
          <a:p>
            <a:pPr indent="0" lvl="0" marL="0" rtl="0" algn="ct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Title and Table">
  <p:cSld name="CUSTOM">
    <p:spTree>
      <p:nvGrpSpPr>
        <p:cNvPr id="24" name="Shape 2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" name="Google Shape;25;p5"/>
          <p:cNvSpPr txBox="1"/>
          <p:nvPr>
            <p:ph type="title"/>
          </p:nvPr>
        </p:nvSpPr>
        <p:spPr>
          <a:xfrm>
            <a:off x="201972" y="288368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200"/>
              <a:buNone/>
              <a:defRPr/>
            </a:lvl1pPr>
            <a:lvl2pPr lvl="1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500"/>
              <a:buNone/>
              <a:defRPr/>
            </a:lvl2pPr>
            <a:lvl3pPr lvl="2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500"/>
              <a:buNone/>
              <a:defRPr/>
            </a:lvl3pPr>
            <a:lvl4pPr lvl="3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500"/>
              <a:buNone/>
              <a:defRPr/>
            </a:lvl4pPr>
            <a:lvl5pPr lvl="4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500"/>
              <a:buNone/>
              <a:defRPr/>
            </a:lvl5pPr>
            <a:lvl6pPr lvl="5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500"/>
              <a:buNone/>
              <a:defRPr/>
            </a:lvl6pPr>
            <a:lvl7pPr lvl="6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500"/>
              <a:buNone/>
              <a:defRPr/>
            </a:lvl7pPr>
            <a:lvl8pPr lvl="7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500"/>
              <a:buNone/>
              <a:defRPr/>
            </a:lvl8pPr>
            <a:lvl9pPr lvl="8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500"/>
              <a:buNone/>
              <a:defRPr/>
            </a:lvl9pPr>
          </a:lstStyle>
          <a:p/>
        </p:txBody>
      </p:sp>
      <p:graphicFrame>
        <p:nvGraphicFramePr>
          <p:cNvPr id="26" name="Google Shape;26;p5"/>
          <p:cNvGraphicFramePr/>
          <p:nvPr/>
        </p:nvGraphicFramePr>
        <p:xfrm>
          <a:off x="201942" y="833662"/>
          <a:ext cx="3000000" cy="3000000"/>
        </p:xfrm>
        <a:graphic>
          <a:graphicData uri="http://schemas.openxmlformats.org/drawingml/2006/table">
            <a:tbl>
              <a:tblPr bandRow="1" firstRow="1">
                <a:noFill/>
                <a:tableStyleId>{A5698273-5225-4557-BD2E-0B8C5CF09AB3}</a:tableStyleId>
              </a:tblPr>
              <a:tblGrid>
                <a:gridCol w="883125"/>
                <a:gridCol w="3886050"/>
                <a:gridCol w="3886050"/>
              </a:tblGrid>
              <a:tr h="673575"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lang="en" sz="1400" u="none" cap="none" strike="noStrike">
                          <a:latin typeface="Nunito"/>
                          <a:ea typeface="Nunito"/>
                          <a:cs typeface="Nunito"/>
                          <a:sym typeface="Nunito"/>
                        </a:rPr>
                        <a:t>Cluster</a:t>
                      </a:r>
                      <a:endParaRPr sz="1400" u="none" cap="none" strike="noStrike">
                        <a:latin typeface="Nunito"/>
                        <a:ea typeface="Nunito"/>
                        <a:cs typeface="Nunito"/>
                        <a:sym typeface="Nunito"/>
                      </a:endParaRPr>
                    </a:p>
                  </a:txBody>
                  <a:tcPr marT="45725" marB="45725" marR="91450" marL="91450" anchor="ctr">
                    <a:lnR cap="flat" cmpd="sng" w="12700">
                      <a:solidFill>
                        <a:srgbClr val="7F7F7F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lang="en" sz="1400" u="none" cap="none" strike="noStrike">
                          <a:latin typeface="Nunito"/>
                          <a:ea typeface="Nunito"/>
                          <a:cs typeface="Nunito"/>
                          <a:sym typeface="Nunito"/>
                        </a:rPr>
                        <a:t>Cluster Profile </a:t>
                      </a:r>
                      <a:endParaRPr sz="1400" u="none" cap="none" strike="noStrike">
                        <a:latin typeface="Nunito"/>
                        <a:ea typeface="Nunito"/>
                        <a:cs typeface="Nunito"/>
                        <a:sym typeface="Nunito"/>
                      </a:endParaRPr>
                    </a:p>
                  </a:txBody>
                  <a:tcPr marT="45725" marB="45725" marR="91450" marL="91450" anchor="ctr">
                    <a:lnL cap="flat" cmpd="sng" w="12700">
                      <a:solidFill>
                        <a:srgbClr val="7F7F7F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12700">
                      <a:solidFill>
                        <a:srgbClr val="7F7F7F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lang="en" sz="1400" u="none" cap="none" strike="noStrike">
                          <a:latin typeface="Nunito"/>
                          <a:ea typeface="Nunito"/>
                          <a:cs typeface="Nunito"/>
                          <a:sym typeface="Nunito"/>
                        </a:rPr>
                        <a:t>Business Insights for Marketing Team</a:t>
                      </a:r>
                      <a:endParaRPr sz="1400" u="none" cap="none" strike="noStrike">
                        <a:latin typeface="Nunito"/>
                        <a:ea typeface="Nunito"/>
                        <a:cs typeface="Nunito"/>
                        <a:sym typeface="Nunito"/>
                      </a:endParaRPr>
                    </a:p>
                  </a:txBody>
                  <a:tcPr marT="45725" marB="45725" marR="91450" marL="91450" anchor="ctr">
                    <a:lnL cap="flat" cmpd="sng" w="12700">
                      <a:solidFill>
                        <a:srgbClr val="7F7F7F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12700">
                      <a:solidFill>
                        <a:srgbClr val="7F7F7F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</a:tcPr>
                </a:tc>
              </a:tr>
              <a:tr h="753325"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200"/>
                        <a:buFont typeface="Arial"/>
                        <a:buNone/>
                      </a:pPr>
                      <a:r>
                        <a:rPr lang="en" sz="1200" u="none" cap="none" strike="noStrike">
                          <a:latin typeface="Nunito"/>
                          <a:ea typeface="Nunito"/>
                          <a:cs typeface="Nunito"/>
                          <a:sym typeface="Nunito"/>
                        </a:rPr>
                        <a:t>1</a:t>
                      </a:r>
                      <a:endParaRPr sz="1200" u="none" cap="none" strike="noStrike">
                        <a:latin typeface="Nunito"/>
                        <a:ea typeface="Nunito"/>
                        <a:cs typeface="Nunito"/>
                        <a:sym typeface="Nunito"/>
                      </a:endParaRPr>
                    </a:p>
                  </a:txBody>
                  <a:tcPr marT="45725" marB="45725" marR="91450" marL="91450" anchor="ctr">
                    <a:lnR cap="flat" cmpd="sng" w="12700">
                      <a:solidFill>
                        <a:srgbClr val="7F7F7F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200"/>
                        <a:buFont typeface="Arial"/>
                        <a:buNone/>
                      </a:pPr>
                      <a:r>
                        <a:rPr lang="en" sz="1200" u="none" cap="none" strike="noStrike">
                          <a:latin typeface="Nunito"/>
                          <a:ea typeface="Nunito"/>
                          <a:cs typeface="Nunito"/>
                          <a:sym typeface="Nunito"/>
                        </a:rPr>
                        <a:t>High value customers who have many credit cards and prefer to engage online</a:t>
                      </a:r>
                      <a:endParaRPr sz="1200" u="none" cap="none" strike="noStrike">
                        <a:latin typeface="Nunito"/>
                        <a:ea typeface="Nunito"/>
                        <a:cs typeface="Nunito"/>
                        <a:sym typeface="Nunito"/>
                      </a:endParaRPr>
                    </a:p>
                  </a:txBody>
                  <a:tcPr marT="45725" marB="45725" marR="91450" marL="91450" anchor="ctr">
                    <a:lnL cap="flat" cmpd="sng" w="12700">
                      <a:solidFill>
                        <a:srgbClr val="7F7F7F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12700">
                      <a:solidFill>
                        <a:srgbClr val="7F7F7F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200"/>
                        <a:buFont typeface="Arial"/>
                        <a:buNone/>
                      </a:pPr>
                      <a:r>
                        <a:rPr lang="en" sz="1200" u="none" cap="none" strike="noStrike">
                          <a:latin typeface="Nunito"/>
                          <a:ea typeface="Nunito"/>
                          <a:cs typeface="Nunito"/>
                          <a:sym typeface="Nunito"/>
                        </a:rPr>
                        <a:t>Engage Online – Set up priority calling in lines – Upsell and Cross sell premium products</a:t>
                      </a:r>
                      <a:endParaRPr sz="1200" u="none" cap="none" strike="noStrike">
                        <a:latin typeface="Nunito"/>
                        <a:ea typeface="Nunito"/>
                        <a:cs typeface="Nunito"/>
                        <a:sym typeface="Nunito"/>
                      </a:endParaRPr>
                    </a:p>
                  </a:txBody>
                  <a:tcPr marT="45725" marB="45725" marR="91450" marL="91450" anchor="ctr">
                    <a:lnL cap="flat" cmpd="sng" w="12700">
                      <a:solidFill>
                        <a:srgbClr val="7F7F7F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12700">
                      <a:solidFill>
                        <a:srgbClr val="7F7F7F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</a:tcPr>
                </a:tc>
              </a:tr>
              <a:tr h="669525"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200"/>
                        <a:buFont typeface="Arial"/>
                        <a:buNone/>
                      </a:pPr>
                      <a:r>
                        <a:rPr lang="en" sz="1200" u="none" cap="none" strike="noStrike">
                          <a:latin typeface="Nunito"/>
                          <a:ea typeface="Nunito"/>
                          <a:cs typeface="Nunito"/>
                          <a:sym typeface="Nunito"/>
                        </a:rPr>
                        <a:t>2</a:t>
                      </a:r>
                      <a:endParaRPr sz="1200" u="none" cap="none" strike="noStrike">
                        <a:latin typeface="Nunito"/>
                        <a:ea typeface="Nunito"/>
                        <a:cs typeface="Nunito"/>
                        <a:sym typeface="Nunito"/>
                      </a:endParaRPr>
                    </a:p>
                  </a:txBody>
                  <a:tcPr marT="45725" marB="45725" marR="91450" marL="91450" anchor="ctr">
                    <a:lnR cap="flat" cmpd="sng" w="12700">
                      <a:solidFill>
                        <a:srgbClr val="7F7F7F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200"/>
                        <a:buFont typeface="Arial"/>
                        <a:buNone/>
                      </a:pPr>
                      <a:r>
                        <a:rPr baseline="30000" lang="en" sz="1200" u="none" cap="none" strike="noStrike">
                          <a:latin typeface="Nunito"/>
                          <a:ea typeface="Nunito"/>
                          <a:cs typeface="Nunito"/>
                          <a:sym typeface="Nunito"/>
                        </a:rPr>
                        <a:t>…</a:t>
                      </a:r>
                      <a:endParaRPr sz="1200" u="none" cap="none" strike="noStrike">
                        <a:latin typeface="Nunito"/>
                        <a:ea typeface="Nunito"/>
                        <a:cs typeface="Nunito"/>
                        <a:sym typeface="Nunito"/>
                      </a:endParaRPr>
                    </a:p>
                  </a:txBody>
                  <a:tcPr marT="45725" marB="45725" marR="91450" marL="91450" anchor="ctr">
                    <a:lnL cap="flat" cmpd="sng" w="12700">
                      <a:solidFill>
                        <a:srgbClr val="7F7F7F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12700">
                      <a:solidFill>
                        <a:srgbClr val="7F7F7F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200"/>
                        <a:buFont typeface="Arial"/>
                        <a:buNone/>
                      </a:pPr>
                      <a:r>
                        <a:rPr lang="en" sz="1200" u="none" cap="none" strike="noStrike">
                          <a:latin typeface="Nunito"/>
                          <a:ea typeface="Nunito"/>
                          <a:cs typeface="Nunito"/>
                          <a:sym typeface="Nunito"/>
                        </a:rPr>
                        <a:t>..</a:t>
                      </a:r>
                      <a:endParaRPr sz="1200" u="none" cap="none" strike="noStrike">
                        <a:latin typeface="Nunito"/>
                        <a:ea typeface="Nunito"/>
                        <a:cs typeface="Nunito"/>
                        <a:sym typeface="Nunito"/>
                      </a:endParaRPr>
                    </a:p>
                  </a:txBody>
                  <a:tcPr marT="45725" marB="45725" marR="91450" marL="91450" anchor="ctr">
                    <a:lnL cap="flat" cmpd="sng" w="12700">
                      <a:solidFill>
                        <a:srgbClr val="7F7F7F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12700">
                      <a:solidFill>
                        <a:srgbClr val="7F7F7F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</a:tcPr>
                </a:tc>
              </a:tr>
              <a:tr h="669525"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200"/>
                        <a:buFont typeface="Arial"/>
                        <a:buNone/>
                      </a:pPr>
                      <a:r>
                        <a:rPr lang="en" sz="1200" u="none" cap="none" strike="noStrike">
                          <a:latin typeface="Nunito"/>
                          <a:ea typeface="Nunito"/>
                          <a:cs typeface="Nunito"/>
                          <a:sym typeface="Nunito"/>
                        </a:rPr>
                        <a:t>3</a:t>
                      </a:r>
                      <a:endParaRPr sz="1200" u="none" cap="none" strike="noStrike">
                        <a:latin typeface="Nunito"/>
                        <a:ea typeface="Nunito"/>
                        <a:cs typeface="Nunito"/>
                        <a:sym typeface="Nunito"/>
                      </a:endParaRPr>
                    </a:p>
                  </a:txBody>
                  <a:tcPr marT="45725" marB="45725" marR="91450" marL="91450" anchor="ctr">
                    <a:lnR cap="flat" cmpd="sng" w="12700">
                      <a:solidFill>
                        <a:srgbClr val="7F7F7F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200"/>
                        <a:buFont typeface="Arial"/>
                        <a:buNone/>
                      </a:pPr>
                      <a:r>
                        <a:rPr lang="en" sz="1200" u="none" cap="none" strike="noStrike">
                          <a:latin typeface="Nunito"/>
                          <a:ea typeface="Nunito"/>
                          <a:cs typeface="Nunito"/>
                          <a:sym typeface="Nunito"/>
                        </a:rPr>
                        <a:t>…</a:t>
                      </a:r>
                      <a:endParaRPr sz="1200" u="none" cap="none" strike="noStrike">
                        <a:latin typeface="Nunito"/>
                        <a:ea typeface="Nunito"/>
                        <a:cs typeface="Nunito"/>
                        <a:sym typeface="Nunito"/>
                      </a:endParaRPr>
                    </a:p>
                  </a:txBody>
                  <a:tcPr marT="45725" marB="45725" marR="91450" marL="91450" anchor="ctr">
                    <a:lnL cap="flat" cmpd="sng" w="12700">
                      <a:solidFill>
                        <a:srgbClr val="7F7F7F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12700">
                      <a:solidFill>
                        <a:srgbClr val="7F7F7F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200"/>
                        <a:buFont typeface="Arial"/>
                        <a:buNone/>
                      </a:pPr>
                      <a:r>
                        <a:rPr lang="en" sz="1200" u="none" cap="none" strike="noStrike">
                          <a:latin typeface="Nunito"/>
                          <a:ea typeface="Nunito"/>
                          <a:cs typeface="Nunito"/>
                          <a:sym typeface="Nunito"/>
                        </a:rPr>
                        <a:t>…</a:t>
                      </a:r>
                      <a:endParaRPr sz="1200" u="none" cap="none" strike="noStrike">
                        <a:latin typeface="Nunito"/>
                        <a:ea typeface="Nunito"/>
                        <a:cs typeface="Nunito"/>
                        <a:sym typeface="Nunito"/>
                      </a:endParaRPr>
                    </a:p>
                  </a:txBody>
                  <a:tcPr marT="45725" marB="45725" marR="91450" marL="91450" anchor="ctr">
                    <a:lnL cap="flat" cmpd="sng" w="12700">
                      <a:solidFill>
                        <a:srgbClr val="7F7F7F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12700">
                      <a:solidFill>
                        <a:srgbClr val="7F7F7F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</a:tcPr>
                </a:tc>
              </a:tr>
              <a:tr h="669525"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200"/>
                        <a:buFont typeface="Arial"/>
                        <a:buNone/>
                      </a:pPr>
                      <a:r>
                        <a:t/>
                      </a:r>
                      <a:endParaRPr sz="1200" u="none" cap="none" strike="noStrike">
                        <a:latin typeface="Nunito"/>
                        <a:ea typeface="Nunito"/>
                        <a:cs typeface="Nunito"/>
                        <a:sym typeface="Nunito"/>
                      </a:endParaRPr>
                    </a:p>
                  </a:txBody>
                  <a:tcPr marT="45725" marB="45725" marR="91450" marL="91450" anchor="ctr">
                    <a:lnR cap="flat" cmpd="sng" w="12700">
                      <a:solidFill>
                        <a:srgbClr val="7F7F7F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200"/>
                        <a:buFont typeface="Arial"/>
                        <a:buNone/>
                      </a:pPr>
                      <a:r>
                        <a:t/>
                      </a:r>
                      <a:endParaRPr sz="1200" u="none" cap="none" strike="noStrike">
                        <a:latin typeface="Nunito"/>
                        <a:ea typeface="Nunito"/>
                        <a:cs typeface="Nunito"/>
                        <a:sym typeface="Nunito"/>
                      </a:endParaRPr>
                    </a:p>
                  </a:txBody>
                  <a:tcPr marT="45725" marB="45725" marR="91450" marL="91450" anchor="ctr">
                    <a:lnL cap="flat" cmpd="sng" w="12700">
                      <a:solidFill>
                        <a:srgbClr val="7F7F7F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12700">
                      <a:solidFill>
                        <a:srgbClr val="7F7F7F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200"/>
                        <a:buFont typeface="Arial"/>
                        <a:buNone/>
                      </a:pPr>
                      <a:r>
                        <a:t/>
                      </a:r>
                      <a:endParaRPr sz="1200" u="none" cap="none" strike="noStrike">
                        <a:latin typeface="Nunito"/>
                        <a:ea typeface="Nunito"/>
                        <a:cs typeface="Nunito"/>
                        <a:sym typeface="Nunito"/>
                      </a:endParaRPr>
                    </a:p>
                  </a:txBody>
                  <a:tcPr marT="45725" marB="45725" marR="91450" marL="91450" anchor="ctr">
                    <a:lnL cap="flat" cmpd="sng" w="12700">
                      <a:solidFill>
                        <a:srgbClr val="7F7F7F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12700">
                      <a:solidFill>
                        <a:srgbClr val="7F7F7F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</a:tcPr>
                </a:tc>
              </a:tr>
            </a:tbl>
          </a:graphicData>
        </a:graphic>
      </p:graphicFrame>
      <p:sp>
        <p:nvSpPr>
          <p:cNvPr id="27" name="Google Shape;27;p5"/>
          <p:cNvSpPr txBox="1"/>
          <p:nvPr>
            <p:ph idx="12" type="sldNum"/>
          </p:nvPr>
        </p:nvSpPr>
        <p:spPr>
          <a:xfrm>
            <a:off x="8832299" y="4946907"/>
            <a:ext cx="365400" cy="2172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marR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800"/>
              <a:buFont typeface="Arial"/>
              <a:buNone/>
              <a:defRPr b="1" i="0" sz="800" u="none" cap="none" strike="noStrike">
                <a:solidFill>
                  <a:srgbClr val="434343"/>
                </a:solidFill>
                <a:latin typeface="Nunito"/>
                <a:ea typeface="Nunito"/>
                <a:cs typeface="Nunito"/>
                <a:sym typeface="Nunito"/>
              </a:defRPr>
            </a:lvl1pPr>
            <a:lvl2pPr indent="0" lvl="1" marL="0" marR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800"/>
              <a:buFont typeface="Arial"/>
              <a:buNone/>
              <a:defRPr b="1" i="0" sz="800" u="none" cap="none" strike="noStrike">
                <a:solidFill>
                  <a:srgbClr val="434343"/>
                </a:solidFill>
                <a:latin typeface="Nunito"/>
                <a:ea typeface="Nunito"/>
                <a:cs typeface="Nunito"/>
                <a:sym typeface="Nunito"/>
              </a:defRPr>
            </a:lvl2pPr>
            <a:lvl3pPr indent="0" lvl="2" marL="0" marR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800"/>
              <a:buFont typeface="Arial"/>
              <a:buNone/>
              <a:defRPr b="1" i="0" sz="800" u="none" cap="none" strike="noStrike">
                <a:solidFill>
                  <a:srgbClr val="434343"/>
                </a:solidFill>
                <a:latin typeface="Nunito"/>
                <a:ea typeface="Nunito"/>
                <a:cs typeface="Nunito"/>
                <a:sym typeface="Nunito"/>
              </a:defRPr>
            </a:lvl3pPr>
            <a:lvl4pPr indent="0" lvl="3" marL="0" marR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800"/>
              <a:buFont typeface="Arial"/>
              <a:buNone/>
              <a:defRPr b="1" i="0" sz="800" u="none" cap="none" strike="noStrike">
                <a:solidFill>
                  <a:srgbClr val="434343"/>
                </a:solidFill>
                <a:latin typeface="Nunito"/>
                <a:ea typeface="Nunito"/>
                <a:cs typeface="Nunito"/>
                <a:sym typeface="Nunito"/>
              </a:defRPr>
            </a:lvl4pPr>
            <a:lvl5pPr indent="0" lvl="4" marL="0" marR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800"/>
              <a:buFont typeface="Arial"/>
              <a:buNone/>
              <a:defRPr b="1" i="0" sz="800" u="none" cap="none" strike="noStrike">
                <a:solidFill>
                  <a:srgbClr val="434343"/>
                </a:solidFill>
                <a:latin typeface="Nunito"/>
                <a:ea typeface="Nunito"/>
                <a:cs typeface="Nunito"/>
                <a:sym typeface="Nunito"/>
              </a:defRPr>
            </a:lvl5pPr>
            <a:lvl6pPr indent="0" lvl="5" marL="0" marR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800"/>
              <a:buFont typeface="Arial"/>
              <a:buNone/>
              <a:defRPr b="1" i="0" sz="800" u="none" cap="none" strike="noStrike">
                <a:solidFill>
                  <a:srgbClr val="434343"/>
                </a:solidFill>
                <a:latin typeface="Nunito"/>
                <a:ea typeface="Nunito"/>
                <a:cs typeface="Nunito"/>
                <a:sym typeface="Nunito"/>
              </a:defRPr>
            </a:lvl6pPr>
            <a:lvl7pPr indent="0" lvl="6" marL="0" marR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800"/>
              <a:buFont typeface="Arial"/>
              <a:buNone/>
              <a:defRPr b="1" i="0" sz="800" u="none" cap="none" strike="noStrike">
                <a:solidFill>
                  <a:srgbClr val="434343"/>
                </a:solidFill>
                <a:latin typeface="Nunito"/>
                <a:ea typeface="Nunito"/>
                <a:cs typeface="Nunito"/>
                <a:sym typeface="Nunito"/>
              </a:defRPr>
            </a:lvl7pPr>
            <a:lvl8pPr indent="0" lvl="7" marL="0" marR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800"/>
              <a:buFont typeface="Arial"/>
              <a:buNone/>
              <a:defRPr b="1" i="0" sz="800" u="none" cap="none" strike="noStrike">
                <a:solidFill>
                  <a:srgbClr val="434343"/>
                </a:solidFill>
                <a:latin typeface="Nunito"/>
                <a:ea typeface="Nunito"/>
                <a:cs typeface="Nunito"/>
                <a:sym typeface="Nunito"/>
              </a:defRPr>
            </a:lvl8pPr>
            <a:lvl9pPr indent="0" lvl="8" marL="0" marR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800"/>
              <a:buFont typeface="Arial"/>
              <a:buNone/>
              <a:defRPr b="1" i="0" sz="800" u="none" cap="none" strike="noStrike">
                <a:solidFill>
                  <a:srgbClr val="434343"/>
                </a:solidFill>
                <a:latin typeface="Nunito"/>
                <a:ea typeface="Nunito"/>
                <a:cs typeface="Nunito"/>
                <a:sym typeface="Nunito"/>
              </a:defRPr>
            </a:lvl9pPr>
          </a:lstStyle>
          <a:p>
            <a:pPr indent="0" lvl="0" marL="0" rtl="0" algn="ct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Title and two columns" type="twoColTx">
  <p:cSld name="TITLE_AND_TWO_COLUMNS">
    <p:spTree>
      <p:nvGrpSpPr>
        <p:cNvPr id="28" name="Shape 2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9" name="Google Shape;29;p6"/>
          <p:cNvSpPr txBox="1"/>
          <p:nvPr>
            <p:ph type="title"/>
          </p:nvPr>
        </p:nvSpPr>
        <p:spPr>
          <a:xfrm>
            <a:off x="201972" y="288368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200"/>
              <a:buNone/>
              <a:defRPr/>
            </a:lvl1pPr>
            <a:lvl2pPr lvl="1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500"/>
              <a:buNone/>
              <a:defRPr/>
            </a:lvl2pPr>
            <a:lvl3pPr lvl="2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500"/>
              <a:buNone/>
              <a:defRPr/>
            </a:lvl3pPr>
            <a:lvl4pPr lvl="3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500"/>
              <a:buNone/>
              <a:defRPr/>
            </a:lvl4pPr>
            <a:lvl5pPr lvl="4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500"/>
              <a:buNone/>
              <a:defRPr/>
            </a:lvl5pPr>
            <a:lvl6pPr lvl="5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500"/>
              <a:buNone/>
              <a:defRPr/>
            </a:lvl6pPr>
            <a:lvl7pPr lvl="6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500"/>
              <a:buNone/>
              <a:defRPr/>
            </a:lvl7pPr>
            <a:lvl8pPr lvl="7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500"/>
              <a:buNone/>
              <a:defRPr/>
            </a:lvl8pPr>
            <a:lvl9pPr lvl="8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500"/>
              <a:buNone/>
              <a:defRPr/>
            </a:lvl9pPr>
          </a:lstStyle>
          <a:p/>
        </p:txBody>
      </p:sp>
      <p:sp>
        <p:nvSpPr>
          <p:cNvPr id="30" name="Google Shape;30;p6"/>
          <p:cNvSpPr txBox="1"/>
          <p:nvPr>
            <p:ph idx="1" type="body"/>
          </p:nvPr>
        </p:nvSpPr>
        <p:spPr>
          <a:xfrm>
            <a:off x="311700" y="1152475"/>
            <a:ext cx="3999900" cy="34164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indent="-317500" lvl="0" marL="4572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400"/>
              <a:buChar char="●"/>
              <a:defRPr sz="1400"/>
            </a:lvl1pPr>
            <a:lvl2pPr indent="-304800" lvl="1" marL="9144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Char char="○"/>
              <a:defRPr sz="1200"/>
            </a:lvl2pPr>
            <a:lvl3pPr indent="-304800" lvl="2" marL="1371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Char char="■"/>
              <a:defRPr sz="1200"/>
            </a:lvl3pPr>
            <a:lvl4pPr indent="-304800" lvl="3" marL="18288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Char char="●"/>
              <a:defRPr sz="1200"/>
            </a:lvl4pPr>
            <a:lvl5pPr indent="-304800" lvl="4" marL="22860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Char char="○"/>
              <a:defRPr sz="1200"/>
            </a:lvl5pPr>
            <a:lvl6pPr indent="-304800" lvl="5" marL="27432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Char char="■"/>
              <a:defRPr sz="1200"/>
            </a:lvl6pPr>
            <a:lvl7pPr indent="-304800" lvl="6" marL="32004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Char char="●"/>
              <a:defRPr sz="1200"/>
            </a:lvl7pPr>
            <a:lvl8pPr indent="-304800" lvl="7" marL="3657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Char char="○"/>
              <a:defRPr sz="1200"/>
            </a:lvl8pPr>
            <a:lvl9pPr indent="-304800" lvl="8" marL="4114800" algn="l">
              <a:lnSpc>
                <a:spcPct val="115000"/>
              </a:lnSpc>
              <a:spcBef>
                <a:spcPts val="1600"/>
              </a:spcBef>
              <a:spcAft>
                <a:spcPts val="1600"/>
              </a:spcAft>
              <a:buSzPts val="1200"/>
              <a:buChar char="■"/>
              <a:defRPr sz="1200"/>
            </a:lvl9pPr>
          </a:lstStyle>
          <a:p/>
        </p:txBody>
      </p:sp>
      <p:sp>
        <p:nvSpPr>
          <p:cNvPr id="31" name="Google Shape;31;p6"/>
          <p:cNvSpPr txBox="1"/>
          <p:nvPr>
            <p:ph idx="2" type="body"/>
          </p:nvPr>
        </p:nvSpPr>
        <p:spPr>
          <a:xfrm>
            <a:off x="4832400" y="1152475"/>
            <a:ext cx="3999900" cy="34164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indent="-317500" lvl="0" marL="4572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400"/>
              <a:buChar char="●"/>
              <a:defRPr sz="1400"/>
            </a:lvl1pPr>
            <a:lvl2pPr indent="-304800" lvl="1" marL="9144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Char char="○"/>
              <a:defRPr sz="1200"/>
            </a:lvl2pPr>
            <a:lvl3pPr indent="-304800" lvl="2" marL="1371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Char char="■"/>
              <a:defRPr sz="1200"/>
            </a:lvl3pPr>
            <a:lvl4pPr indent="-304800" lvl="3" marL="18288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Char char="●"/>
              <a:defRPr sz="1200"/>
            </a:lvl4pPr>
            <a:lvl5pPr indent="-304800" lvl="4" marL="22860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Char char="○"/>
              <a:defRPr sz="1200"/>
            </a:lvl5pPr>
            <a:lvl6pPr indent="-304800" lvl="5" marL="27432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Char char="■"/>
              <a:defRPr sz="1200"/>
            </a:lvl6pPr>
            <a:lvl7pPr indent="-304800" lvl="6" marL="32004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Char char="●"/>
              <a:defRPr sz="1200"/>
            </a:lvl7pPr>
            <a:lvl8pPr indent="-304800" lvl="7" marL="3657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Char char="○"/>
              <a:defRPr sz="1200"/>
            </a:lvl8pPr>
            <a:lvl9pPr indent="-304800" lvl="8" marL="4114800" algn="l">
              <a:lnSpc>
                <a:spcPct val="115000"/>
              </a:lnSpc>
              <a:spcBef>
                <a:spcPts val="1600"/>
              </a:spcBef>
              <a:spcAft>
                <a:spcPts val="1600"/>
              </a:spcAft>
              <a:buSzPts val="1200"/>
              <a:buChar char="■"/>
              <a:defRPr sz="1200"/>
            </a:lvl9pPr>
          </a:lstStyle>
          <a:p/>
        </p:txBody>
      </p:sp>
      <p:sp>
        <p:nvSpPr>
          <p:cNvPr id="32" name="Google Shape;32;p6"/>
          <p:cNvSpPr txBox="1"/>
          <p:nvPr>
            <p:ph idx="12" type="sldNum"/>
          </p:nvPr>
        </p:nvSpPr>
        <p:spPr>
          <a:xfrm>
            <a:off x="8832299" y="4946907"/>
            <a:ext cx="365400" cy="2172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marR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800"/>
              <a:buFont typeface="Arial"/>
              <a:buNone/>
              <a:defRPr b="1" i="0" sz="800" u="none" cap="none" strike="noStrike">
                <a:solidFill>
                  <a:srgbClr val="434343"/>
                </a:solidFill>
                <a:latin typeface="Nunito"/>
                <a:ea typeface="Nunito"/>
                <a:cs typeface="Nunito"/>
                <a:sym typeface="Nunito"/>
              </a:defRPr>
            </a:lvl1pPr>
            <a:lvl2pPr indent="0" lvl="1" marL="0" marR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800"/>
              <a:buFont typeface="Arial"/>
              <a:buNone/>
              <a:defRPr b="1" i="0" sz="800" u="none" cap="none" strike="noStrike">
                <a:solidFill>
                  <a:srgbClr val="434343"/>
                </a:solidFill>
                <a:latin typeface="Nunito"/>
                <a:ea typeface="Nunito"/>
                <a:cs typeface="Nunito"/>
                <a:sym typeface="Nunito"/>
              </a:defRPr>
            </a:lvl2pPr>
            <a:lvl3pPr indent="0" lvl="2" marL="0" marR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800"/>
              <a:buFont typeface="Arial"/>
              <a:buNone/>
              <a:defRPr b="1" i="0" sz="800" u="none" cap="none" strike="noStrike">
                <a:solidFill>
                  <a:srgbClr val="434343"/>
                </a:solidFill>
                <a:latin typeface="Nunito"/>
                <a:ea typeface="Nunito"/>
                <a:cs typeface="Nunito"/>
                <a:sym typeface="Nunito"/>
              </a:defRPr>
            </a:lvl3pPr>
            <a:lvl4pPr indent="0" lvl="3" marL="0" marR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800"/>
              <a:buFont typeface="Arial"/>
              <a:buNone/>
              <a:defRPr b="1" i="0" sz="800" u="none" cap="none" strike="noStrike">
                <a:solidFill>
                  <a:srgbClr val="434343"/>
                </a:solidFill>
                <a:latin typeface="Nunito"/>
                <a:ea typeface="Nunito"/>
                <a:cs typeface="Nunito"/>
                <a:sym typeface="Nunito"/>
              </a:defRPr>
            </a:lvl4pPr>
            <a:lvl5pPr indent="0" lvl="4" marL="0" marR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800"/>
              <a:buFont typeface="Arial"/>
              <a:buNone/>
              <a:defRPr b="1" i="0" sz="800" u="none" cap="none" strike="noStrike">
                <a:solidFill>
                  <a:srgbClr val="434343"/>
                </a:solidFill>
                <a:latin typeface="Nunito"/>
                <a:ea typeface="Nunito"/>
                <a:cs typeface="Nunito"/>
                <a:sym typeface="Nunito"/>
              </a:defRPr>
            </a:lvl5pPr>
            <a:lvl6pPr indent="0" lvl="5" marL="0" marR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800"/>
              <a:buFont typeface="Arial"/>
              <a:buNone/>
              <a:defRPr b="1" i="0" sz="800" u="none" cap="none" strike="noStrike">
                <a:solidFill>
                  <a:srgbClr val="434343"/>
                </a:solidFill>
                <a:latin typeface="Nunito"/>
                <a:ea typeface="Nunito"/>
                <a:cs typeface="Nunito"/>
                <a:sym typeface="Nunito"/>
              </a:defRPr>
            </a:lvl6pPr>
            <a:lvl7pPr indent="0" lvl="6" marL="0" marR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800"/>
              <a:buFont typeface="Arial"/>
              <a:buNone/>
              <a:defRPr b="1" i="0" sz="800" u="none" cap="none" strike="noStrike">
                <a:solidFill>
                  <a:srgbClr val="434343"/>
                </a:solidFill>
                <a:latin typeface="Nunito"/>
                <a:ea typeface="Nunito"/>
                <a:cs typeface="Nunito"/>
                <a:sym typeface="Nunito"/>
              </a:defRPr>
            </a:lvl7pPr>
            <a:lvl8pPr indent="0" lvl="7" marL="0" marR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800"/>
              <a:buFont typeface="Arial"/>
              <a:buNone/>
              <a:defRPr b="1" i="0" sz="800" u="none" cap="none" strike="noStrike">
                <a:solidFill>
                  <a:srgbClr val="434343"/>
                </a:solidFill>
                <a:latin typeface="Nunito"/>
                <a:ea typeface="Nunito"/>
                <a:cs typeface="Nunito"/>
                <a:sym typeface="Nunito"/>
              </a:defRPr>
            </a:lvl8pPr>
            <a:lvl9pPr indent="0" lvl="8" marL="0" marR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800"/>
              <a:buFont typeface="Arial"/>
              <a:buNone/>
              <a:defRPr b="1" i="0" sz="800" u="none" cap="none" strike="noStrike">
                <a:solidFill>
                  <a:srgbClr val="434343"/>
                </a:solidFill>
                <a:latin typeface="Nunito"/>
                <a:ea typeface="Nunito"/>
                <a:cs typeface="Nunito"/>
                <a:sym typeface="Nunito"/>
              </a:defRPr>
            </a:lvl9pPr>
          </a:lstStyle>
          <a:p>
            <a:pPr indent="0" lvl="0" marL="0" rtl="0" algn="ct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Title only" type="titleOnly">
  <p:cSld name="TITLE_ONLY">
    <p:spTree>
      <p:nvGrpSpPr>
        <p:cNvPr id="33" name="Shape 3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4" name="Google Shape;34;p7"/>
          <p:cNvSpPr txBox="1"/>
          <p:nvPr>
            <p:ph type="title"/>
          </p:nvPr>
        </p:nvSpPr>
        <p:spPr>
          <a:xfrm>
            <a:off x="201972" y="288368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200"/>
              <a:buNone/>
              <a:defRPr/>
            </a:lvl1pPr>
            <a:lvl2pPr lvl="1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500"/>
              <a:buNone/>
              <a:defRPr/>
            </a:lvl2pPr>
            <a:lvl3pPr lvl="2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500"/>
              <a:buNone/>
              <a:defRPr/>
            </a:lvl3pPr>
            <a:lvl4pPr lvl="3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500"/>
              <a:buNone/>
              <a:defRPr/>
            </a:lvl4pPr>
            <a:lvl5pPr lvl="4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500"/>
              <a:buNone/>
              <a:defRPr/>
            </a:lvl5pPr>
            <a:lvl6pPr lvl="5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500"/>
              <a:buNone/>
              <a:defRPr/>
            </a:lvl6pPr>
            <a:lvl7pPr lvl="6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500"/>
              <a:buNone/>
              <a:defRPr/>
            </a:lvl7pPr>
            <a:lvl8pPr lvl="7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500"/>
              <a:buNone/>
              <a:defRPr/>
            </a:lvl8pPr>
            <a:lvl9pPr lvl="8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500"/>
              <a:buNone/>
              <a:defRPr/>
            </a:lvl9pPr>
          </a:lstStyle>
          <a:p/>
        </p:txBody>
      </p:sp>
      <p:sp>
        <p:nvSpPr>
          <p:cNvPr id="35" name="Google Shape;35;p7"/>
          <p:cNvSpPr txBox="1"/>
          <p:nvPr>
            <p:ph idx="12" type="sldNum"/>
          </p:nvPr>
        </p:nvSpPr>
        <p:spPr>
          <a:xfrm>
            <a:off x="8832299" y="4946907"/>
            <a:ext cx="365400" cy="2172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marR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800"/>
              <a:buFont typeface="Arial"/>
              <a:buNone/>
              <a:defRPr b="1" i="0" sz="800" u="none" cap="none" strike="noStrike">
                <a:solidFill>
                  <a:srgbClr val="434343"/>
                </a:solidFill>
                <a:latin typeface="Nunito"/>
                <a:ea typeface="Nunito"/>
                <a:cs typeface="Nunito"/>
                <a:sym typeface="Nunito"/>
              </a:defRPr>
            </a:lvl1pPr>
            <a:lvl2pPr indent="0" lvl="1" marL="0" marR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800"/>
              <a:buFont typeface="Arial"/>
              <a:buNone/>
              <a:defRPr b="1" i="0" sz="800" u="none" cap="none" strike="noStrike">
                <a:solidFill>
                  <a:srgbClr val="434343"/>
                </a:solidFill>
                <a:latin typeface="Nunito"/>
                <a:ea typeface="Nunito"/>
                <a:cs typeface="Nunito"/>
                <a:sym typeface="Nunito"/>
              </a:defRPr>
            </a:lvl2pPr>
            <a:lvl3pPr indent="0" lvl="2" marL="0" marR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800"/>
              <a:buFont typeface="Arial"/>
              <a:buNone/>
              <a:defRPr b="1" i="0" sz="800" u="none" cap="none" strike="noStrike">
                <a:solidFill>
                  <a:srgbClr val="434343"/>
                </a:solidFill>
                <a:latin typeface="Nunito"/>
                <a:ea typeface="Nunito"/>
                <a:cs typeface="Nunito"/>
                <a:sym typeface="Nunito"/>
              </a:defRPr>
            </a:lvl3pPr>
            <a:lvl4pPr indent="0" lvl="3" marL="0" marR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800"/>
              <a:buFont typeface="Arial"/>
              <a:buNone/>
              <a:defRPr b="1" i="0" sz="800" u="none" cap="none" strike="noStrike">
                <a:solidFill>
                  <a:srgbClr val="434343"/>
                </a:solidFill>
                <a:latin typeface="Nunito"/>
                <a:ea typeface="Nunito"/>
                <a:cs typeface="Nunito"/>
                <a:sym typeface="Nunito"/>
              </a:defRPr>
            </a:lvl4pPr>
            <a:lvl5pPr indent="0" lvl="4" marL="0" marR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800"/>
              <a:buFont typeface="Arial"/>
              <a:buNone/>
              <a:defRPr b="1" i="0" sz="800" u="none" cap="none" strike="noStrike">
                <a:solidFill>
                  <a:srgbClr val="434343"/>
                </a:solidFill>
                <a:latin typeface="Nunito"/>
                <a:ea typeface="Nunito"/>
                <a:cs typeface="Nunito"/>
                <a:sym typeface="Nunito"/>
              </a:defRPr>
            </a:lvl5pPr>
            <a:lvl6pPr indent="0" lvl="5" marL="0" marR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800"/>
              <a:buFont typeface="Arial"/>
              <a:buNone/>
              <a:defRPr b="1" i="0" sz="800" u="none" cap="none" strike="noStrike">
                <a:solidFill>
                  <a:srgbClr val="434343"/>
                </a:solidFill>
                <a:latin typeface="Nunito"/>
                <a:ea typeface="Nunito"/>
                <a:cs typeface="Nunito"/>
                <a:sym typeface="Nunito"/>
              </a:defRPr>
            </a:lvl6pPr>
            <a:lvl7pPr indent="0" lvl="6" marL="0" marR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800"/>
              <a:buFont typeface="Arial"/>
              <a:buNone/>
              <a:defRPr b="1" i="0" sz="800" u="none" cap="none" strike="noStrike">
                <a:solidFill>
                  <a:srgbClr val="434343"/>
                </a:solidFill>
                <a:latin typeface="Nunito"/>
                <a:ea typeface="Nunito"/>
                <a:cs typeface="Nunito"/>
                <a:sym typeface="Nunito"/>
              </a:defRPr>
            </a:lvl7pPr>
            <a:lvl8pPr indent="0" lvl="7" marL="0" marR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800"/>
              <a:buFont typeface="Arial"/>
              <a:buNone/>
              <a:defRPr b="1" i="0" sz="800" u="none" cap="none" strike="noStrike">
                <a:solidFill>
                  <a:srgbClr val="434343"/>
                </a:solidFill>
                <a:latin typeface="Nunito"/>
                <a:ea typeface="Nunito"/>
                <a:cs typeface="Nunito"/>
                <a:sym typeface="Nunito"/>
              </a:defRPr>
            </a:lvl8pPr>
            <a:lvl9pPr indent="0" lvl="8" marL="0" marR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800"/>
              <a:buFont typeface="Arial"/>
              <a:buNone/>
              <a:defRPr b="1" i="0" sz="800" u="none" cap="none" strike="noStrike">
                <a:solidFill>
                  <a:srgbClr val="434343"/>
                </a:solidFill>
                <a:latin typeface="Nunito"/>
                <a:ea typeface="Nunito"/>
                <a:cs typeface="Nunito"/>
                <a:sym typeface="Nunito"/>
              </a:defRPr>
            </a:lvl9pPr>
          </a:lstStyle>
          <a:p>
            <a:pPr indent="0" lvl="0" marL="0" rtl="0" algn="ct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Main point">
  <p:cSld name="MAIN_POINT">
    <p:spTree>
      <p:nvGrpSpPr>
        <p:cNvPr id="36" name="Shape 3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7" name="Google Shape;37;p8"/>
          <p:cNvSpPr txBox="1"/>
          <p:nvPr>
            <p:ph type="title"/>
          </p:nvPr>
        </p:nvSpPr>
        <p:spPr>
          <a:xfrm>
            <a:off x="490250" y="450150"/>
            <a:ext cx="6367800" cy="40908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1pPr>
            <a:lvl2pPr lvl="1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2pPr>
            <a:lvl3pPr lvl="2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3pPr>
            <a:lvl4pPr lvl="3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4pPr>
            <a:lvl5pPr lvl="4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5pPr>
            <a:lvl6pPr lvl="5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6pPr>
            <a:lvl7pPr lvl="6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7pPr>
            <a:lvl8pPr lvl="7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8pPr>
            <a:lvl9pPr lvl="8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9pPr>
          </a:lstStyle>
          <a:p/>
        </p:txBody>
      </p:sp>
      <p:sp>
        <p:nvSpPr>
          <p:cNvPr id="38" name="Google Shape;38;p8"/>
          <p:cNvSpPr txBox="1"/>
          <p:nvPr>
            <p:ph idx="12" type="sldNum"/>
          </p:nvPr>
        </p:nvSpPr>
        <p:spPr>
          <a:xfrm>
            <a:off x="8832299" y="4946907"/>
            <a:ext cx="365400" cy="2172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marR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800"/>
              <a:buFont typeface="Arial"/>
              <a:buNone/>
              <a:defRPr b="1" i="0" sz="800" u="none" cap="none" strike="noStrike">
                <a:solidFill>
                  <a:srgbClr val="434343"/>
                </a:solidFill>
                <a:latin typeface="Nunito"/>
                <a:ea typeface="Nunito"/>
                <a:cs typeface="Nunito"/>
                <a:sym typeface="Nunito"/>
              </a:defRPr>
            </a:lvl1pPr>
            <a:lvl2pPr indent="0" lvl="1" marL="0" marR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800"/>
              <a:buFont typeface="Arial"/>
              <a:buNone/>
              <a:defRPr b="1" i="0" sz="800" u="none" cap="none" strike="noStrike">
                <a:solidFill>
                  <a:srgbClr val="434343"/>
                </a:solidFill>
                <a:latin typeface="Nunito"/>
                <a:ea typeface="Nunito"/>
                <a:cs typeface="Nunito"/>
                <a:sym typeface="Nunito"/>
              </a:defRPr>
            </a:lvl2pPr>
            <a:lvl3pPr indent="0" lvl="2" marL="0" marR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800"/>
              <a:buFont typeface="Arial"/>
              <a:buNone/>
              <a:defRPr b="1" i="0" sz="800" u="none" cap="none" strike="noStrike">
                <a:solidFill>
                  <a:srgbClr val="434343"/>
                </a:solidFill>
                <a:latin typeface="Nunito"/>
                <a:ea typeface="Nunito"/>
                <a:cs typeface="Nunito"/>
                <a:sym typeface="Nunito"/>
              </a:defRPr>
            </a:lvl3pPr>
            <a:lvl4pPr indent="0" lvl="3" marL="0" marR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800"/>
              <a:buFont typeface="Arial"/>
              <a:buNone/>
              <a:defRPr b="1" i="0" sz="800" u="none" cap="none" strike="noStrike">
                <a:solidFill>
                  <a:srgbClr val="434343"/>
                </a:solidFill>
                <a:latin typeface="Nunito"/>
                <a:ea typeface="Nunito"/>
                <a:cs typeface="Nunito"/>
                <a:sym typeface="Nunito"/>
              </a:defRPr>
            </a:lvl4pPr>
            <a:lvl5pPr indent="0" lvl="4" marL="0" marR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800"/>
              <a:buFont typeface="Arial"/>
              <a:buNone/>
              <a:defRPr b="1" i="0" sz="800" u="none" cap="none" strike="noStrike">
                <a:solidFill>
                  <a:srgbClr val="434343"/>
                </a:solidFill>
                <a:latin typeface="Nunito"/>
                <a:ea typeface="Nunito"/>
                <a:cs typeface="Nunito"/>
                <a:sym typeface="Nunito"/>
              </a:defRPr>
            </a:lvl5pPr>
            <a:lvl6pPr indent="0" lvl="5" marL="0" marR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800"/>
              <a:buFont typeface="Arial"/>
              <a:buNone/>
              <a:defRPr b="1" i="0" sz="800" u="none" cap="none" strike="noStrike">
                <a:solidFill>
                  <a:srgbClr val="434343"/>
                </a:solidFill>
                <a:latin typeface="Nunito"/>
                <a:ea typeface="Nunito"/>
                <a:cs typeface="Nunito"/>
                <a:sym typeface="Nunito"/>
              </a:defRPr>
            </a:lvl6pPr>
            <a:lvl7pPr indent="0" lvl="6" marL="0" marR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800"/>
              <a:buFont typeface="Arial"/>
              <a:buNone/>
              <a:defRPr b="1" i="0" sz="800" u="none" cap="none" strike="noStrike">
                <a:solidFill>
                  <a:srgbClr val="434343"/>
                </a:solidFill>
                <a:latin typeface="Nunito"/>
                <a:ea typeface="Nunito"/>
                <a:cs typeface="Nunito"/>
                <a:sym typeface="Nunito"/>
              </a:defRPr>
            </a:lvl7pPr>
            <a:lvl8pPr indent="0" lvl="7" marL="0" marR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800"/>
              <a:buFont typeface="Arial"/>
              <a:buNone/>
              <a:defRPr b="1" i="0" sz="800" u="none" cap="none" strike="noStrike">
                <a:solidFill>
                  <a:srgbClr val="434343"/>
                </a:solidFill>
                <a:latin typeface="Nunito"/>
                <a:ea typeface="Nunito"/>
                <a:cs typeface="Nunito"/>
                <a:sym typeface="Nunito"/>
              </a:defRPr>
            </a:lvl8pPr>
            <a:lvl9pPr indent="0" lvl="8" marL="0" marR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800"/>
              <a:buFont typeface="Arial"/>
              <a:buNone/>
              <a:defRPr b="1" i="0" sz="800" u="none" cap="none" strike="noStrike">
                <a:solidFill>
                  <a:srgbClr val="434343"/>
                </a:solidFill>
                <a:latin typeface="Nunito"/>
                <a:ea typeface="Nunito"/>
                <a:cs typeface="Nunito"/>
                <a:sym typeface="Nunito"/>
              </a:defRPr>
            </a:lvl9pPr>
          </a:lstStyle>
          <a:p>
            <a:pPr indent="0" lvl="0" marL="0" rtl="0" algn="ct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Section title and description">
  <p:cSld name="SECTION_TITLE_AND_DESCRIPTION">
    <p:spTree>
      <p:nvGrpSpPr>
        <p:cNvPr id="39" name="Shape 3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0" name="Google Shape;40;p9"/>
          <p:cNvSpPr/>
          <p:nvPr/>
        </p:nvSpPr>
        <p:spPr>
          <a:xfrm>
            <a:off x="4572000" y="-125"/>
            <a:ext cx="4572000" cy="5143500"/>
          </a:xfrm>
          <a:prstGeom prst="rect">
            <a:avLst/>
          </a:prstGeom>
          <a:solidFill>
            <a:schemeClr val="lt2"/>
          </a:solid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r>
              <a:t/>
            </a:r>
            <a:endParaRPr b="0" i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41" name="Google Shape;41;p9"/>
          <p:cNvSpPr txBox="1"/>
          <p:nvPr>
            <p:ph type="title"/>
          </p:nvPr>
        </p:nvSpPr>
        <p:spPr>
          <a:xfrm>
            <a:off x="265500" y="1233175"/>
            <a:ext cx="4045200" cy="1482300"/>
          </a:xfrm>
          <a:prstGeom prst="rect">
            <a:avLst/>
          </a:prstGeom>
          <a:noFill/>
          <a:ln>
            <a:noFill/>
          </a:ln>
        </p:spPr>
        <p:txBody>
          <a:bodyPr anchorCtr="0" anchor="b" bIns="91425" lIns="91425" spcFirstLastPara="1" rIns="91425" wrap="square" tIns="91425">
            <a:noAutofit/>
          </a:bodyPr>
          <a:lstStyle>
            <a:lvl1pPr lv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1pPr>
            <a:lvl2pPr lvl="1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2pPr>
            <a:lvl3pPr lvl="2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3pPr>
            <a:lvl4pPr lvl="3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4pPr>
            <a:lvl5pPr lvl="4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5pPr>
            <a:lvl6pPr lvl="5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6pPr>
            <a:lvl7pPr lvl="6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7pPr>
            <a:lvl8pPr lvl="7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8pPr>
            <a:lvl9pPr lvl="8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9pPr>
          </a:lstStyle>
          <a:p/>
        </p:txBody>
      </p:sp>
      <p:sp>
        <p:nvSpPr>
          <p:cNvPr id="42" name="Google Shape;42;p9"/>
          <p:cNvSpPr txBox="1"/>
          <p:nvPr>
            <p:ph idx="1" type="subTitle"/>
          </p:nvPr>
        </p:nvSpPr>
        <p:spPr>
          <a:xfrm>
            <a:off x="265500" y="2803075"/>
            <a:ext cx="4045200" cy="12351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lv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None/>
              <a:defRPr sz="2100"/>
            </a:lvl1pPr>
            <a:lvl2pPr lvl="1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None/>
              <a:defRPr sz="2100"/>
            </a:lvl2pPr>
            <a:lvl3pPr lvl="2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None/>
              <a:defRPr sz="2100"/>
            </a:lvl3pPr>
            <a:lvl4pPr lvl="3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None/>
              <a:defRPr sz="2100"/>
            </a:lvl4pPr>
            <a:lvl5pPr lvl="4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None/>
              <a:defRPr sz="2100"/>
            </a:lvl5pPr>
            <a:lvl6pPr lvl="5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None/>
              <a:defRPr sz="2100"/>
            </a:lvl6pPr>
            <a:lvl7pPr lvl="6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None/>
              <a:defRPr sz="2100"/>
            </a:lvl7pPr>
            <a:lvl8pPr lvl="7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None/>
              <a:defRPr sz="2100"/>
            </a:lvl8pPr>
            <a:lvl9pPr lvl="8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None/>
              <a:defRPr sz="2100"/>
            </a:lvl9pPr>
          </a:lstStyle>
          <a:p/>
        </p:txBody>
      </p:sp>
      <p:sp>
        <p:nvSpPr>
          <p:cNvPr id="43" name="Google Shape;43;p9"/>
          <p:cNvSpPr txBox="1"/>
          <p:nvPr>
            <p:ph idx="2" type="body"/>
          </p:nvPr>
        </p:nvSpPr>
        <p:spPr>
          <a:xfrm>
            <a:off x="4939500" y="724075"/>
            <a:ext cx="3837000" cy="36951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-323850" lvl="0" marL="4572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500"/>
              <a:buChar char="●"/>
              <a:defRPr/>
            </a:lvl1pPr>
            <a:lvl2pPr indent="-311150" lvl="1" marL="9144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300"/>
              <a:buChar char="○"/>
              <a:defRPr/>
            </a:lvl2pPr>
            <a:lvl3pPr indent="-304800" lvl="2" marL="1371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Char char="■"/>
              <a:defRPr/>
            </a:lvl3pPr>
            <a:lvl4pPr indent="-298450" lvl="3" marL="18288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100"/>
              <a:buChar char="●"/>
              <a:defRPr/>
            </a:lvl4pPr>
            <a:lvl5pPr indent="-292100" lvl="4" marL="22860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000"/>
              <a:buChar char="○"/>
              <a:defRPr/>
            </a:lvl5pPr>
            <a:lvl6pPr indent="-285750" lvl="5" marL="27432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900"/>
              <a:buChar char="■"/>
              <a:defRPr/>
            </a:lvl6pPr>
            <a:lvl7pPr indent="-279400" lvl="6" marL="32004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800"/>
              <a:buChar char="●"/>
              <a:defRPr/>
            </a:lvl7pPr>
            <a:lvl8pPr indent="-273050" lvl="7" marL="3657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700"/>
              <a:buChar char="○"/>
              <a:defRPr/>
            </a:lvl8pPr>
            <a:lvl9pPr indent="-266700" lvl="8" marL="4114800" algn="l">
              <a:lnSpc>
                <a:spcPct val="115000"/>
              </a:lnSpc>
              <a:spcBef>
                <a:spcPts val="1600"/>
              </a:spcBef>
              <a:spcAft>
                <a:spcPts val="1600"/>
              </a:spcAft>
              <a:buSzPts val="600"/>
              <a:buChar char="■"/>
              <a:defRPr/>
            </a:lvl9pPr>
          </a:lstStyle>
          <a:p/>
        </p:txBody>
      </p:sp>
      <p:sp>
        <p:nvSpPr>
          <p:cNvPr id="44" name="Google Shape;44;p9"/>
          <p:cNvSpPr txBox="1"/>
          <p:nvPr>
            <p:ph idx="12" type="sldNum"/>
          </p:nvPr>
        </p:nvSpPr>
        <p:spPr>
          <a:xfrm>
            <a:off x="8832299" y="4946907"/>
            <a:ext cx="365400" cy="2172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marR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800"/>
              <a:buFont typeface="Arial"/>
              <a:buNone/>
              <a:defRPr b="1" i="0" sz="800" u="none" cap="none" strike="noStrike">
                <a:solidFill>
                  <a:srgbClr val="434343"/>
                </a:solidFill>
                <a:latin typeface="Nunito"/>
                <a:ea typeface="Nunito"/>
                <a:cs typeface="Nunito"/>
                <a:sym typeface="Nunito"/>
              </a:defRPr>
            </a:lvl1pPr>
            <a:lvl2pPr indent="0" lvl="1" marL="0" marR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800"/>
              <a:buFont typeface="Arial"/>
              <a:buNone/>
              <a:defRPr b="1" i="0" sz="800" u="none" cap="none" strike="noStrike">
                <a:solidFill>
                  <a:srgbClr val="434343"/>
                </a:solidFill>
                <a:latin typeface="Nunito"/>
                <a:ea typeface="Nunito"/>
                <a:cs typeface="Nunito"/>
                <a:sym typeface="Nunito"/>
              </a:defRPr>
            </a:lvl2pPr>
            <a:lvl3pPr indent="0" lvl="2" marL="0" marR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800"/>
              <a:buFont typeface="Arial"/>
              <a:buNone/>
              <a:defRPr b="1" i="0" sz="800" u="none" cap="none" strike="noStrike">
                <a:solidFill>
                  <a:srgbClr val="434343"/>
                </a:solidFill>
                <a:latin typeface="Nunito"/>
                <a:ea typeface="Nunito"/>
                <a:cs typeface="Nunito"/>
                <a:sym typeface="Nunito"/>
              </a:defRPr>
            </a:lvl3pPr>
            <a:lvl4pPr indent="0" lvl="3" marL="0" marR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800"/>
              <a:buFont typeface="Arial"/>
              <a:buNone/>
              <a:defRPr b="1" i="0" sz="800" u="none" cap="none" strike="noStrike">
                <a:solidFill>
                  <a:srgbClr val="434343"/>
                </a:solidFill>
                <a:latin typeface="Nunito"/>
                <a:ea typeface="Nunito"/>
                <a:cs typeface="Nunito"/>
                <a:sym typeface="Nunito"/>
              </a:defRPr>
            </a:lvl4pPr>
            <a:lvl5pPr indent="0" lvl="4" marL="0" marR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800"/>
              <a:buFont typeface="Arial"/>
              <a:buNone/>
              <a:defRPr b="1" i="0" sz="800" u="none" cap="none" strike="noStrike">
                <a:solidFill>
                  <a:srgbClr val="434343"/>
                </a:solidFill>
                <a:latin typeface="Nunito"/>
                <a:ea typeface="Nunito"/>
                <a:cs typeface="Nunito"/>
                <a:sym typeface="Nunito"/>
              </a:defRPr>
            </a:lvl5pPr>
            <a:lvl6pPr indent="0" lvl="5" marL="0" marR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800"/>
              <a:buFont typeface="Arial"/>
              <a:buNone/>
              <a:defRPr b="1" i="0" sz="800" u="none" cap="none" strike="noStrike">
                <a:solidFill>
                  <a:srgbClr val="434343"/>
                </a:solidFill>
                <a:latin typeface="Nunito"/>
                <a:ea typeface="Nunito"/>
                <a:cs typeface="Nunito"/>
                <a:sym typeface="Nunito"/>
              </a:defRPr>
            </a:lvl6pPr>
            <a:lvl7pPr indent="0" lvl="6" marL="0" marR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800"/>
              <a:buFont typeface="Arial"/>
              <a:buNone/>
              <a:defRPr b="1" i="0" sz="800" u="none" cap="none" strike="noStrike">
                <a:solidFill>
                  <a:srgbClr val="434343"/>
                </a:solidFill>
                <a:latin typeface="Nunito"/>
                <a:ea typeface="Nunito"/>
                <a:cs typeface="Nunito"/>
                <a:sym typeface="Nunito"/>
              </a:defRPr>
            </a:lvl7pPr>
            <a:lvl8pPr indent="0" lvl="7" marL="0" marR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800"/>
              <a:buFont typeface="Arial"/>
              <a:buNone/>
              <a:defRPr b="1" i="0" sz="800" u="none" cap="none" strike="noStrike">
                <a:solidFill>
                  <a:srgbClr val="434343"/>
                </a:solidFill>
                <a:latin typeface="Nunito"/>
                <a:ea typeface="Nunito"/>
                <a:cs typeface="Nunito"/>
                <a:sym typeface="Nunito"/>
              </a:defRPr>
            </a:lvl8pPr>
            <a:lvl9pPr indent="0" lvl="8" marL="0" marR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800"/>
              <a:buFont typeface="Arial"/>
              <a:buNone/>
              <a:defRPr b="1" i="0" sz="800" u="none" cap="none" strike="noStrike">
                <a:solidFill>
                  <a:srgbClr val="434343"/>
                </a:solidFill>
                <a:latin typeface="Nunito"/>
                <a:ea typeface="Nunito"/>
                <a:cs typeface="Nunito"/>
                <a:sym typeface="Nunito"/>
              </a:defRPr>
            </a:lvl9pPr>
          </a:lstStyle>
          <a:p>
            <a:pPr indent="0" lvl="0" marL="0" rtl="0" algn="ct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Blank" type="blank">
  <p:cSld name="BLANK">
    <p:spTree>
      <p:nvGrpSpPr>
        <p:cNvPr id="45" name="Shape 4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6" name="Google Shape;46;p10"/>
          <p:cNvSpPr txBox="1"/>
          <p:nvPr>
            <p:ph idx="12" type="sldNum"/>
          </p:nvPr>
        </p:nvSpPr>
        <p:spPr>
          <a:xfrm>
            <a:off x="8832299" y="4946907"/>
            <a:ext cx="365400" cy="2172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marR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800"/>
              <a:buFont typeface="Arial"/>
              <a:buNone/>
              <a:defRPr b="1" i="0" sz="800" u="none" cap="none" strike="noStrike">
                <a:solidFill>
                  <a:srgbClr val="434343"/>
                </a:solidFill>
                <a:latin typeface="Nunito"/>
                <a:ea typeface="Nunito"/>
                <a:cs typeface="Nunito"/>
                <a:sym typeface="Nunito"/>
              </a:defRPr>
            </a:lvl1pPr>
            <a:lvl2pPr indent="0" lvl="1" marL="0" marR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800"/>
              <a:buFont typeface="Arial"/>
              <a:buNone/>
              <a:defRPr b="1" i="0" sz="800" u="none" cap="none" strike="noStrike">
                <a:solidFill>
                  <a:srgbClr val="434343"/>
                </a:solidFill>
                <a:latin typeface="Nunito"/>
                <a:ea typeface="Nunito"/>
                <a:cs typeface="Nunito"/>
                <a:sym typeface="Nunito"/>
              </a:defRPr>
            </a:lvl2pPr>
            <a:lvl3pPr indent="0" lvl="2" marL="0" marR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800"/>
              <a:buFont typeface="Arial"/>
              <a:buNone/>
              <a:defRPr b="1" i="0" sz="800" u="none" cap="none" strike="noStrike">
                <a:solidFill>
                  <a:srgbClr val="434343"/>
                </a:solidFill>
                <a:latin typeface="Nunito"/>
                <a:ea typeface="Nunito"/>
                <a:cs typeface="Nunito"/>
                <a:sym typeface="Nunito"/>
              </a:defRPr>
            </a:lvl3pPr>
            <a:lvl4pPr indent="0" lvl="3" marL="0" marR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800"/>
              <a:buFont typeface="Arial"/>
              <a:buNone/>
              <a:defRPr b="1" i="0" sz="800" u="none" cap="none" strike="noStrike">
                <a:solidFill>
                  <a:srgbClr val="434343"/>
                </a:solidFill>
                <a:latin typeface="Nunito"/>
                <a:ea typeface="Nunito"/>
                <a:cs typeface="Nunito"/>
                <a:sym typeface="Nunito"/>
              </a:defRPr>
            </a:lvl4pPr>
            <a:lvl5pPr indent="0" lvl="4" marL="0" marR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800"/>
              <a:buFont typeface="Arial"/>
              <a:buNone/>
              <a:defRPr b="1" i="0" sz="800" u="none" cap="none" strike="noStrike">
                <a:solidFill>
                  <a:srgbClr val="434343"/>
                </a:solidFill>
                <a:latin typeface="Nunito"/>
                <a:ea typeface="Nunito"/>
                <a:cs typeface="Nunito"/>
                <a:sym typeface="Nunito"/>
              </a:defRPr>
            </a:lvl5pPr>
            <a:lvl6pPr indent="0" lvl="5" marL="0" marR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800"/>
              <a:buFont typeface="Arial"/>
              <a:buNone/>
              <a:defRPr b="1" i="0" sz="800" u="none" cap="none" strike="noStrike">
                <a:solidFill>
                  <a:srgbClr val="434343"/>
                </a:solidFill>
                <a:latin typeface="Nunito"/>
                <a:ea typeface="Nunito"/>
                <a:cs typeface="Nunito"/>
                <a:sym typeface="Nunito"/>
              </a:defRPr>
            </a:lvl6pPr>
            <a:lvl7pPr indent="0" lvl="6" marL="0" marR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800"/>
              <a:buFont typeface="Arial"/>
              <a:buNone/>
              <a:defRPr b="1" i="0" sz="800" u="none" cap="none" strike="noStrike">
                <a:solidFill>
                  <a:srgbClr val="434343"/>
                </a:solidFill>
                <a:latin typeface="Nunito"/>
                <a:ea typeface="Nunito"/>
                <a:cs typeface="Nunito"/>
                <a:sym typeface="Nunito"/>
              </a:defRPr>
            </a:lvl7pPr>
            <a:lvl8pPr indent="0" lvl="7" marL="0" marR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800"/>
              <a:buFont typeface="Arial"/>
              <a:buNone/>
              <a:defRPr b="1" i="0" sz="800" u="none" cap="none" strike="noStrike">
                <a:solidFill>
                  <a:srgbClr val="434343"/>
                </a:solidFill>
                <a:latin typeface="Nunito"/>
                <a:ea typeface="Nunito"/>
                <a:cs typeface="Nunito"/>
                <a:sym typeface="Nunito"/>
              </a:defRPr>
            </a:lvl8pPr>
            <a:lvl9pPr indent="0" lvl="8" marL="0" marR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800"/>
              <a:buFont typeface="Arial"/>
              <a:buNone/>
              <a:defRPr b="1" i="0" sz="800" u="none" cap="none" strike="noStrike">
                <a:solidFill>
                  <a:srgbClr val="434343"/>
                </a:solidFill>
                <a:latin typeface="Nunito"/>
                <a:ea typeface="Nunito"/>
                <a:cs typeface="Nunito"/>
                <a:sym typeface="Nunito"/>
              </a:defRPr>
            </a:lvl9pPr>
          </a:lstStyle>
          <a:p>
            <a:pPr indent="0" lvl="0" marL="0" rtl="0" algn="ct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Blank 1">
  <p:cSld name="BLANK_1">
    <p:spTree>
      <p:nvGrpSpPr>
        <p:cNvPr id="47" name="Shape 4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8" name="Google Shape;48;p11"/>
          <p:cNvSpPr/>
          <p:nvPr/>
        </p:nvSpPr>
        <p:spPr>
          <a:xfrm>
            <a:off x="1" y="-335"/>
            <a:ext cx="9144600" cy="5143800"/>
          </a:xfrm>
          <a:prstGeom prst="rect">
            <a:avLst/>
          </a:prstGeom>
          <a:solidFill>
            <a:srgbClr val="0E39A9"/>
          </a:solidFill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r>
              <a:t/>
            </a:r>
            <a:endParaRPr b="0" i="0" sz="14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pic>
        <p:nvPicPr>
          <p:cNvPr descr="A close up of a logo&#10;&#10;Description automatically generated" id="49" name="Google Shape;49;p11"/>
          <p:cNvPicPr preferRelativeResize="0"/>
          <p:nvPr/>
        </p:nvPicPr>
        <p:blipFill rotWithShape="1">
          <a:blip r:embed="rId2">
            <a:alphaModFix/>
          </a:blip>
          <a:srcRect b="19149" l="42816" r="37294" t="18358"/>
          <a:stretch/>
        </p:blipFill>
        <p:spPr>
          <a:xfrm>
            <a:off x="6052536" y="514443"/>
            <a:ext cx="2095112" cy="3703320"/>
          </a:xfrm>
          <a:prstGeom prst="rect">
            <a:avLst/>
          </a:prstGeom>
          <a:noFill/>
          <a:ln>
            <a:noFill/>
          </a:ln>
        </p:spPr>
      </p:pic>
      <p:sp>
        <p:nvSpPr>
          <p:cNvPr id="50" name="Google Shape;50;p11"/>
          <p:cNvSpPr txBox="1"/>
          <p:nvPr>
            <p:ph type="title"/>
          </p:nvPr>
        </p:nvSpPr>
        <p:spPr>
          <a:xfrm>
            <a:off x="70129" y="6703219"/>
            <a:ext cx="15008700" cy="69780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12850">
            <a:noAutofit/>
          </a:bodyPr>
          <a:lstStyle>
            <a:lvl1pPr lvl="0" marR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200"/>
              <a:buNone/>
              <a:defRPr b="0" i="0" sz="2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1pPr>
            <a:lvl2pPr lvl="1" marR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500"/>
              <a:buNone/>
              <a:defRPr b="0" i="0" sz="11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2pPr>
            <a:lvl3pPr lvl="2" marR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500"/>
              <a:buNone/>
              <a:defRPr b="0" i="0" sz="11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3pPr>
            <a:lvl4pPr lvl="3" marR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500"/>
              <a:buNone/>
              <a:defRPr b="0" i="0" sz="11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4pPr>
            <a:lvl5pPr lvl="4" marR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500"/>
              <a:buNone/>
              <a:defRPr b="0" i="0" sz="11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5pPr>
            <a:lvl6pPr lvl="5" marR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500"/>
              <a:buNone/>
              <a:defRPr b="0" i="0" sz="11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6pPr>
            <a:lvl7pPr lvl="6" marR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500"/>
              <a:buNone/>
              <a:defRPr b="0" i="0" sz="11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7pPr>
            <a:lvl8pPr lvl="7" marR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500"/>
              <a:buNone/>
              <a:defRPr b="0" i="0" sz="11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8pPr>
            <a:lvl9pPr lvl="8" marR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500"/>
              <a:buNone/>
              <a:defRPr b="0" i="0" sz="11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/>
        </p:txBody>
      </p:sp>
      <p:sp>
        <p:nvSpPr>
          <p:cNvPr id="51" name="Google Shape;51;p11"/>
          <p:cNvSpPr txBox="1"/>
          <p:nvPr/>
        </p:nvSpPr>
        <p:spPr>
          <a:xfrm>
            <a:off x="334565" y="1676232"/>
            <a:ext cx="4372800" cy="1790700"/>
          </a:xfrm>
          <a:prstGeom prst="rect">
            <a:avLst/>
          </a:prstGeom>
          <a:noFill/>
          <a:ln>
            <a:noFill/>
          </a:ln>
        </p:spPr>
        <p:txBody>
          <a:bodyPr anchorCtr="0" anchor="ctr" bIns="34275" lIns="68575" spcFirstLastPara="1" rIns="68575" wrap="square" tIns="34275">
            <a:noAutofit/>
          </a:bodyPr>
          <a:lstStyle/>
          <a:p>
            <a:pPr indent="0" lvl="0" marL="0" marR="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4500"/>
              <a:buFont typeface="Calibri"/>
              <a:buNone/>
            </a:pPr>
            <a:r>
              <a:rPr b="0" i="0" lang="en" sz="3300" u="none" cap="none" strike="noStrike">
                <a:solidFill>
                  <a:schemeClr val="lt1"/>
                </a:solidFill>
                <a:latin typeface="Nunito ExtraBold"/>
                <a:ea typeface="Nunito ExtraBold"/>
                <a:cs typeface="Nunito ExtraBold"/>
                <a:sym typeface="Nunito ExtraBold"/>
              </a:rPr>
              <a:t>Happy Learning !</a:t>
            </a:r>
            <a:endParaRPr b="0" i="0" sz="3300" u="none" cap="none" strike="noStrike">
              <a:solidFill>
                <a:schemeClr val="lt1"/>
              </a:solidFill>
              <a:latin typeface="Nunito ExtraBold"/>
              <a:ea typeface="Nunito ExtraBold"/>
              <a:cs typeface="Nunito ExtraBold"/>
              <a:sym typeface="Nunito ExtraBold"/>
            </a:endParaRPr>
          </a:p>
        </p:txBody>
      </p:sp>
      <p:pic>
        <p:nvPicPr>
          <p:cNvPr id="52" name="Google Shape;52;p11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295874" y="683275"/>
            <a:ext cx="3757725" cy="825875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Title and Content" type="obj">
  <p:cSld name="OBJECT">
    <p:spTree>
      <p:nvGrpSpPr>
        <p:cNvPr id="53" name="Shape 5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4" name="Google Shape;54;p12"/>
          <p:cNvSpPr txBox="1"/>
          <p:nvPr>
            <p:ph type="title"/>
          </p:nvPr>
        </p:nvSpPr>
        <p:spPr>
          <a:xfrm>
            <a:off x="0" y="0"/>
            <a:ext cx="3000000" cy="22500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lvl="0" marR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Arial"/>
              <a:buNone/>
              <a:defRPr b="1" i="0" sz="30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1pPr>
            <a:lvl2pPr lvl="1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500"/>
              <a:buNone/>
              <a:defRPr sz="1800"/>
            </a:lvl2pPr>
            <a:lvl3pPr lvl="2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500"/>
              <a:buNone/>
              <a:defRPr sz="1800"/>
            </a:lvl3pPr>
            <a:lvl4pPr lvl="3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500"/>
              <a:buNone/>
              <a:defRPr sz="1800"/>
            </a:lvl4pPr>
            <a:lvl5pPr lvl="4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500"/>
              <a:buNone/>
              <a:defRPr sz="1800"/>
            </a:lvl5pPr>
            <a:lvl6pPr lvl="5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500"/>
              <a:buNone/>
              <a:defRPr sz="1800"/>
            </a:lvl6pPr>
            <a:lvl7pPr lvl="6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500"/>
              <a:buNone/>
              <a:defRPr sz="1800"/>
            </a:lvl7pPr>
            <a:lvl8pPr lvl="7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500"/>
              <a:buNone/>
              <a:defRPr sz="1800"/>
            </a:lvl8pPr>
            <a:lvl9pPr lvl="8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500"/>
              <a:buNone/>
              <a:defRPr sz="1800"/>
            </a:lvl9pPr>
          </a:lstStyle>
          <a:p/>
        </p:txBody>
      </p:sp>
      <p:sp>
        <p:nvSpPr>
          <p:cNvPr id="55" name="Google Shape;55;p12"/>
          <p:cNvSpPr txBox="1"/>
          <p:nvPr>
            <p:ph idx="1" type="body"/>
          </p:nvPr>
        </p:nvSpPr>
        <p:spPr>
          <a:xfrm>
            <a:off x="457200" y="1021842"/>
            <a:ext cx="8229600" cy="33945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rmAutofit/>
          </a:bodyPr>
          <a:lstStyle>
            <a:lvl1pPr indent="-342900" lvl="0" marL="457200" algn="l">
              <a:lnSpc>
                <a:spcPct val="115000"/>
              </a:lnSpc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●"/>
              <a:defRPr/>
            </a:lvl1pPr>
            <a:lvl2pPr indent="-342900" lvl="1" marL="9144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chemeClr val="dk1"/>
              </a:buClr>
              <a:buSzPts val="1800"/>
              <a:buChar char="○"/>
              <a:defRPr/>
            </a:lvl2pPr>
            <a:lvl3pPr indent="-342900" lvl="2" marL="1371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chemeClr val="dk1"/>
              </a:buClr>
              <a:buSzPts val="1800"/>
              <a:buChar char="■"/>
              <a:defRPr/>
            </a:lvl3pPr>
            <a:lvl4pPr indent="-342900" lvl="3" marL="18288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chemeClr val="dk1"/>
              </a:buClr>
              <a:buSzPts val="1800"/>
              <a:buChar char="●"/>
              <a:defRPr/>
            </a:lvl4pPr>
            <a:lvl5pPr indent="-342900" lvl="4" marL="22860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chemeClr val="dk1"/>
              </a:buClr>
              <a:buSzPts val="1800"/>
              <a:buChar char="○"/>
              <a:defRPr/>
            </a:lvl5pPr>
            <a:lvl6pPr indent="-342900" lvl="5" marL="27432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chemeClr val="dk1"/>
              </a:buClr>
              <a:buSzPts val="1800"/>
              <a:buChar char="■"/>
              <a:defRPr/>
            </a:lvl6pPr>
            <a:lvl7pPr indent="-342900" lvl="6" marL="32004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chemeClr val="dk1"/>
              </a:buClr>
              <a:buSzPts val="1800"/>
              <a:buChar char="●"/>
              <a:defRPr/>
            </a:lvl7pPr>
            <a:lvl8pPr indent="-342900" lvl="7" marL="3657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chemeClr val="dk1"/>
              </a:buClr>
              <a:buSzPts val="1800"/>
              <a:buChar char="○"/>
              <a:defRPr/>
            </a:lvl8pPr>
            <a:lvl9pPr indent="-342900" lvl="8" marL="4114800" algn="l">
              <a:lnSpc>
                <a:spcPct val="115000"/>
              </a:lnSpc>
              <a:spcBef>
                <a:spcPts val="1600"/>
              </a:spcBef>
              <a:spcAft>
                <a:spcPts val="1600"/>
              </a:spcAft>
              <a:buClr>
                <a:schemeClr val="dk1"/>
              </a:buClr>
              <a:buSzPts val="1800"/>
              <a:buChar char="■"/>
              <a:defRPr/>
            </a:lvl9pPr>
          </a:lstStyle>
          <a:p/>
        </p:txBody>
      </p:sp>
      <p:sp>
        <p:nvSpPr>
          <p:cNvPr id="56" name="Google Shape;56;p12"/>
          <p:cNvSpPr txBox="1"/>
          <p:nvPr>
            <p:ph idx="10" type="dt"/>
          </p:nvPr>
        </p:nvSpPr>
        <p:spPr>
          <a:xfrm>
            <a:off x="0" y="0"/>
            <a:ext cx="3000000" cy="22500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lv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8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1pPr>
            <a:lvl2pPr lvl="1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8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2pPr>
            <a:lvl3pPr lvl="2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8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3pPr>
            <a:lvl4pPr lvl="3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8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4pPr>
            <a:lvl5pPr lvl="4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8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5pPr>
            <a:lvl6pPr lvl="5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8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6pPr>
            <a:lvl7pPr lvl="6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8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7pPr>
            <a:lvl8pPr lvl="7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8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8pPr>
            <a:lvl9pPr lvl="8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8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/>
        </p:txBody>
      </p:sp>
      <p:sp>
        <p:nvSpPr>
          <p:cNvPr id="57" name="Google Shape;57;p12"/>
          <p:cNvSpPr txBox="1"/>
          <p:nvPr>
            <p:ph idx="11" type="ftr"/>
          </p:nvPr>
        </p:nvSpPr>
        <p:spPr>
          <a:xfrm>
            <a:off x="0" y="0"/>
            <a:ext cx="3000000" cy="22500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lv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8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1pPr>
            <a:lvl2pPr lvl="1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8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2pPr>
            <a:lvl3pPr lvl="2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8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3pPr>
            <a:lvl4pPr lvl="3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8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4pPr>
            <a:lvl5pPr lvl="4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8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5pPr>
            <a:lvl6pPr lvl="5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8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6pPr>
            <a:lvl7pPr lvl="6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8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7pPr>
            <a:lvl8pPr lvl="7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8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8pPr>
            <a:lvl9pPr lvl="8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8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/>
        </p:txBody>
      </p:sp>
      <p:sp>
        <p:nvSpPr>
          <p:cNvPr id="58" name="Google Shape;58;p12"/>
          <p:cNvSpPr txBox="1"/>
          <p:nvPr>
            <p:ph idx="12" type="sldNum"/>
          </p:nvPr>
        </p:nvSpPr>
        <p:spPr>
          <a:xfrm>
            <a:off x="0" y="0"/>
            <a:ext cx="3000000" cy="22500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indent="0" lvl="0" marL="0" marR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  <a:defRPr b="1" i="0" sz="18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1pPr>
            <a:lvl2pPr indent="0" lvl="1" marL="0" marR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  <a:defRPr b="1" i="0" sz="18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2pPr>
            <a:lvl3pPr indent="0" lvl="2" marL="0" marR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  <a:defRPr b="1" i="0" sz="18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3pPr>
            <a:lvl4pPr indent="0" lvl="3" marL="0" marR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  <a:defRPr b="1" i="0" sz="18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4pPr>
            <a:lvl5pPr indent="0" lvl="4" marL="0" marR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  <a:defRPr b="1" i="0" sz="18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5pPr>
            <a:lvl6pPr indent="0" lvl="5" marL="0" marR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  <a:defRPr b="1" i="0" sz="18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6pPr>
            <a:lvl7pPr indent="0" lvl="6" marL="0" marR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  <a:defRPr b="1" i="0" sz="18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7pPr>
            <a:lvl8pPr indent="0" lvl="7" marL="0" marR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  <a:defRPr b="1" i="0" sz="18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8pPr>
            <a:lvl9pPr indent="0" lvl="8" marL="0" marR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  <a:defRPr b="1" i="0" sz="18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12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Title Only">
  <p:cSld name="Title Only">
    <p:spTree>
      <p:nvGrpSpPr>
        <p:cNvPr id="59" name="Shape 5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0" name="Google Shape;60;p13"/>
          <p:cNvSpPr txBox="1"/>
          <p:nvPr>
            <p:ph idx="10" type="dt"/>
          </p:nvPr>
        </p:nvSpPr>
        <p:spPr>
          <a:xfrm>
            <a:off x="457200" y="4857749"/>
            <a:ext cx="2133600" cy="2058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lv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8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1pPr>
            <a:lvl2pPr lvl="1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8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2pPr>
            <a:lvl3pPr lvl="2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8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3pPr>
            <a:lvl4pPr lvl="3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8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4pPr>
            <a:lvl5pPr lvl="4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8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5pPr>
            <a:lvl6pPr lvl="5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8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6pPr>
            <a:lvl7pPr lvl="6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8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7pPr>
            <a:lvl8pPr lvl="7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8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8pPr>
            <a:lvl9pPr lvl="8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8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/>
        </p:txBody>
      </p:sp>
      <p:sp>
        <p:nvSpPr>
          <p:cNvPr id="61" name="Google Shape;61;p13"/>
          <p:cNvSpPr txBox="1"/>
          <p:nvPr>
            <p:ph idx="11" type="ftr"/>
          </p:nvPr>
        </p:nvSpPr>
        <p:spPr>
          <a:xfrm>
            <a:off x="2640596" y="4857749"/>
            <a:ext cx="5507700" cy="2058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lv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8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1pPr>
            <a:lvl2pPr lvl="1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8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2pPr>
            <a:lvl3pPr lvl="2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8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3pPr>
            <a:lvl4pPr lvl="3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8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4pPr>
            <a:lvl5pPr lvl="4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8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5pPr>
            <a:lvl6pPr lvl="5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8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6pPr>
            <a:lvl7pPr lvl="6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8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7pPr>
            <a:lvl8pPr lvl="7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8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8pPr>
            <a:lvl9pPr lvl="8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8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/>
        </p:txBody>
      </p:sp>
      <p:sp>
        <p:nvSpPr>
          <p:cNvPr id="62" name="Google Shape;62;p13"/>
          <p:cNvSpPr txBox="1"/>
          <p:nvPr>
            <p:ph idx="12" type="sldNum"/>
          </p:nvPr>
        </p:nvSpPr>
        <p:spPr>
          <a:xfrm>
            <a:off x="8204396" y="4857749"/>
            <a:ext cx="733800" cy="2058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indent="0" lvl="0" marL="0" marR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  <a:defRPr b="1" i="0" sz="18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1pPr>
            <a:lvl2pPr indent="0" lvl="1" marL="0" marR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  <a:defRPr b="1" i="0" sz="18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2pPr>
            <a:lvl3pPr indent="0" lvl="2" marL="0" marR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  <a:defRPr b="1" i="0" sz="18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3pPr>
            <a:lvl4pPr indent="0" lvl="3" marL="0" marR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  <a:defRPr b="1" i="0" sz="18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4pPr>
            <a:lvl5pPr indent="0" lvl="4" marL="0" marR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  <a:defRPr b="1" i="0" sz="18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5pPr>
            <a:lvl6pPr indent="0" lvl="5" marL="0" marR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  <a:defRPr b="1" i="0" sz="18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6pPr>
            <a:lvl7pPr indent="0" lvl="6" marL="0" marR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  <a:defRPr b="1" i="0" sz="18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7pPr>
            <a:lvl8pPr indent="0" lvl="7" marL="0" marR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  <a:defRPr b="1" i="0" sz="18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8pPr>
            <a:lvl9pPr indent="0" lvl="8" marL="0" marR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  <a:defRPr b="1" i="0" sz="18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"/>
              <a:t>‹#›</a:t>
            </a:fld>
            <a:endParaRPr/>
          </a:p>
        </p:txBody>
      </p:sp>
    </p:spTree>
  </p:cSld>
  <p:clrMapOvr>
    <a:masterClrMapping/>
  </p:clrMapOvr>
  <p:transition spd="med">
    <p:fade thruBlk="1"/>
  </p:transition>
</p:sldLayout>
</file>

<file path=ppt/slideLayouts/slideLayout13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Title and Content 1">
  <p:cSld name="Title and Content">
    <p:spTree>
      <p:nvGrpSpPr>
        <p:cNvPr id="63" name="Shape 6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4" name="Google Shape;64;p14"/>
          <p:cNvSpPr txBox="1"/>
          <p:nvPr>
            <p:ph type="title"/>
          </p:nvPr>
        </p:nvSpPr>
        <p:spPr>
          <a:xfrm>
            <a:off x="569519" y="142741"/>
            <a:ext cx="8004900" cy="93480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sp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200"/>
              <a:buNone/>
              <a:defRPr b="0" i="0" sz="3000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500"/>
              <a:buNone/>
              <a:defRPr/>
            </a:lvl2pPr>
            <a:lvl3pPr lvl="2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500"/>
              <a:buNone/>
              <a:defRPr/>
            </a:lvl3pPr>
            <a:lvl4pPr lvl="3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500"/>
              <a:buNone/>
              <a:defRPr/>
            </a:lvl4pPr>
            <a:lvl5pPr lvl="4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500"/>
              <a:buNone/>
              <a:defRPr/>
            </a:lvl5pPr>
            <a:lvl6pPr lvl="5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500"/>
              <a:buNone/>
              <a:defRPr/>
            </a:lvl6pPr>
            <a:lvl7pPr lvl="6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500"/>
              <a:buNone/>
              <a:defRPr/>
            </a:lvl7pPr>
            <a:lvl8pPr lvl="7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500"/>
              <a:buNone/>
              <a:defRPr/>
            </a:lvl8pPr>
            <a:lvl9pPr lvl="8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500"/>
              <a:buNone/>
              <a:defRPr/>
            </a:lvl9pPr>
          </a:lstStyle>
          <a:p/>
        </p:txBody>
      </p:sp>
      <p:sp>
        <p:nvSpPr>
          <p:cNvPr id="65" name="Google Shape;65;p14"/>
          <p:cNvSpPr txBox="1"/>
          <p:nvPr>
            <p:ph idx="1" type="body"/>
          </p:nvPr>
        </p:nvSpPr>
        <p:spPr>
          <a:xfrm>
            <a:off x="1412081" y="930269"/>
            <a:ext cx="6319800" cy="236310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spAutoFit/>
          </a:bodyPr>
          <a:lstStyle>
            <a:lvl1pPr indent="-228600" lvl="0" marL="4572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500"/>
              <a:buNone/>
              <a:defRPr b="0" i="0" sz="1900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indent="-228600" lvl="1" marL="9144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300"/>
              <a:buNone/>
              <a:defRPr/>
            </a:lvl2pPr>
            <a:lvl3pPr indent="-228600" lvl="2" marL="1371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None/>
              <a:defRPr/>
            </a:lvl3pPr>
            <a:lvl4pPr indent="-228600" lvl="3" marL="18288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100"/>
              <a:buNone/>
              <a:defRPr/>
            </a:lvl4pPr>
            <a:lvl5pPr indent="-228600" lvl="4" marL="22860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000"/>
              <a:buNone/>
              <a:defRPr/>
            </a:lvl5pPr>
            <a:lvl6pPr indent="-228600" lvl="5" marL="27432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900"/>
              <a:buNone/>
              <a:defRPr/>
            </a:lvl6pPr>
            <a:lvl7pPr indent="-228600" lvl="6" marL="32004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800"/>
              <a:buNone/>
              <a:defRPr/>
            </a:lvl7pPr>
            <a:lvl8pPr indent="-228600" lvl="7" marL="3657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700"/>
              <a:buNone/>
              <a:defRPr/>
            </a:lvl8pPr>
            <a:lvl9pPr indent="-228600" lvl="8" marL="4114800" algn="l">
              <a:lnSpc>
                <a:spcPct val="115000"/>
              </a:lnSpc>
              <a:spcBef>
                <a:spcPts val="1600"/>
              </a:spcBef>
              <a:spcAft>
                <a:spcPts val="1600"/>
              </a:spcAft>
              <a:buSzPts val="600"/>
              <a:buNone/>
              <a:defRPr/>
            </a:lvl9pPr>
          </a:lstStyle>
          <a:p/>
        </p:txBody>
      </p:sp>
      <p:sp>
        <p:nvSpPr>
          <p:cNvPr id="66" name="Google Shape;66;p14"/>
          <p:cNvSpPr txBox="1"/>
          <p:nvPr>
            <p:ph idx="11" type="ftr"/>
          </p:nvPr>
        </p:nvSpPr>
        <p:spPr>
          <a:xfrm>
            <a:off x="1574006" y="4988871"/>
            <a:ext cx="5565000" cy="15180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spAutoFit/>
          </a:bodyPr>
          <a:lstStyle>
            <a:lvl1pPr lv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100" u="none" cap="none" strike="noStrike">
                <a:solidFill>
                  <a:srgbClr val="7E7E7E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2pPr>
            <a:lvl3pPr lvl="2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3pPr>
            <a:lvl4pPr lvl="3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4pPr>
            <a:lvl5pPr lvl="4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5pPr>
            <a:lvl6pPr lvl="5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6pPr>
            <a:lvl7pPr lvl="6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7pPr>
            <a:lvl8pPr lvl="7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8pPr>
            <a:lvl9pPr lvl="8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/>
        </p:txBody>
      </p:sp>
      <p:sp>
        <p:nvSpPr>
          <p:cNvPr id="67" name="Google Shape;67;p14"/>
          <p:cNvSpPr txBox="1"/>
          <p:nvPr>
            <p:ph idx="10" type="dt"/>
          </p:nvPr>
        </p:nvSpPr>
        <p:spPr>
          <a:xfrm>
            <a:off x="457200" y="4783455"/>
            <a:ext cx="2103000" cy="25710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spAutoFit/>
          </a:bodyPr>
          <a:lstStyle>
            <a:lvl1pPr lv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888888"/>
                </a:solidFill>
                <a:latin typeface="Arial"/>
                <a:ea typeface="Arial"/>
                <a:cs typeface="Arial"/>
                <a:sym typeface="Arial"/>
              </a:defRPr>
            </a:lvl1pPr>
            <a:lvl2pPr lvl="1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2pPr>
            <a:lvl3pPr lvl="2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3pPr>
            <a:lvl4pPr lvl="3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4pPr>
            <a:lvl5pPr lvl="4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5pPr>
            <a:lvl6pPr lvl="5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6pPr>
            <a:lvl7pPr lvl="6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7pPr>
            <a:lvl8pPr lvl="7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8pPr>
            <a:lvl9pPr lvl="8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/>
        </p:txBody>
      </p:sp>
      <p:sp>
        <p:nvSpPr>
          <p:cNvPr id="68" name="Google Shape;68;p14"/>
          <p:cNvSpPr txBox="1"/>
          <p:nvPr>
            <p:ph idx="12" type="sldNum"/>
          </p:nvPr>
        </p:nvSpPr>
        <p:spPr>
          <a:xfrm>
            <a:off x="6583680" y="4783455"/>
            <a:ext cx="2103000" cy="12300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spAutoFit/>
          </a:bodyPr>
          <a:lstStyle>
            <a:lvl1pPr indent="0" lvl="0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800"/>
              <a:buFont typeface="Arial"/>
              <a:buNone/>
              <a:defRPr b="1" i="0" sz="800" u="none" cap="none" strike="noStrike">
                <a:solidFill>
                  <a:srgbClr val="888888"/>
                </a:solidFill>
                <a:latin typeface="Nunito"/>
                <a:ea typeface="Nunito"/>
                <a:cs typeface="Nunito"/>
                <a:sym typeface="Nunito"/>
              </a:defRPr>
            </a:lvl1pPr>
            <a:lvl2pPr indent="0" lvl="1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800"/>
              <a:buFont typeface="Arial"/>
              <a:buNone/>
              <a:defRPr b="1" i="0" sz="800" u="none" cap="none" strike="noStrike">
                <a:solidFill>
                  <a:srgbClr val="888888"/>
                </a:solidFill>
                <a:latin typeface="Nunito"/>
                <a:ea typeface="Nunito"/>
                <a:cs typeface="Nunito"/>
                <a:sym typeface="Nunito"/>
              </a:defRPr>
            </a:lvl2pPr>
            <a:lvl3pPr indent="0" lvl="2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800"/>
              <a:buFont typeface="Arial"/>
              <a:buNone/>
              <a:defRPr b="1" i="0" sz="800" u="none" cap="none" strike="noStrike">
                <a:solidFill>
                  <a:srgbClr val="888888"/>
                </a:solidFill>
                <a:latin typeface="Nunito"/>
                <a:ea typeface="Nunito"/>
                <a:cs typeface="Nunito"/>
                <a:sym typeface="Nunito"/>
              </a:defRPr>
            </a:lvl3pPr>
            <a:lvl4pPr indent="0" lvl="3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800"/>
              <a:buFont typeface="Arial"/>
              <a:buNone/>
              <a:defRPr b="1" i="0" sz="800" u="none" cap="none" strike="noStrike">
                <a:solidFill>
                  <a:srgbClr val="888888"/>
                </a:solidFill>
                <a:latin typeface="Nunito"/>
                <a:ea typeface="Nunito"/>
                <a:cs typeface="Nunito"/>
                <a:sym typeface="Nunito"/>
              </a:defRPr>
            </a:lvl4pPr>
            <a:lvl5pPr indent="0" lvl="4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800"/>
              <a:buFont typeface="Arial"/>
              <a:buNone/>
              <a:defRPr b="1" i="0" sz="800" u="none" cap="none" strike="noStrike">
                <a:solidFill>
                  <a:srgbClr val="888888"/>
                </a:solidFill>
                <a:latin typeface="Nunito"/>
                <a:ea typeface="Nunito"/>
                <a:cs typeface="Nunito"/>
                <a:sym typeface="Nunito"/>
              </a:defRPr>
            </a:lvl5pPr>
            <a:lvl6pPr indent="0" lvl="5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800"/>
              <a:buFont typeface="Arial"/>
              <a:buNone/>
              <a:defRPr b="1" i="0" sz="800" u="none" cap="none" strike="noStrike">
                <a:solidFill>
                  <a:srgbClr val="888888"/>
                </a:solidFill>
                <a:latin typeface="Nunito"/>
                <a:ea typeface="Nunito"/>
                <a:cs typeface="Nunito"/>
                <a:sym typeface="Nunito"/>
              </a:defRPr>
            </a:lvl6pPr>
            <a:lvl7pPr indent="0" lvl="6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800"/>
              <a:buFont typeface="Arial"/>
              <a:buNone/>
              <a:defRPr b="1" i="0" sz="800" u="none" cap="none" strike="noStrike">
                <a:solidFill>
                  <a:srgbClr val="888888"/>
                </a:solidFill>
                <a:latin typeface="Nunito"/>
                <a:ea typeface="Nunito"/>
                <a:cs typeface="Nunito"/>
                <a:sym typeface="Nunito"/>
              </a:defRPr>
            </a:lvl7pPr>
            <a:lvl8pPr indent="0" lvl="7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800"/>
              <a:buFont typeface="Arial"/>
              <a:buNone/>
              <a:defRPr b="1" i="0" sz="800" u="none" cap="none" strike="noStrike">
                <a:solidFill>
                  <a:srgbClr val="888888"/>
                </a:solidFill>
                <a:latin typeface="Nunito"/>
                <a:ea typeface="Nunito"/>
                <a:cs typeface="Nunito"/>
                <a:sym typeface="Nunito"/>
              </a:defRPr>
            </a:lvl8pPr>
            <a:lvl9pPr indent="0" lvl="8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800"/>
              <a:buFont typeface="Arial"/>
              <a:buNone/>
              <a:defRPr b="1" i="0" sz="800" u="none" cap="none" strike="noStrike">
                <a:solidFill>
                  <a:srgbClr val="888888"/>
                </a:solidFill>
                <a:latin typeface="Nunito"/>
                <a:ea typeface="Nunito"/>
                <a:cs typeface="Nunito"/>
                <a:sym typeface="Nunito"/>
              </a:defRPr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"/>
              <a:t>‹#›</a:t>
            </a:fld>
            <a:endParaRPr>
              <a:solidFill>
                <a:srgbClr val="434343"/>
              </a:solidFill>
            </a:endParaRPr>
          </a:p>
        </p:txBody>
      </p:sp>
    </p:spTree>
  </p:cSld>
  <p:clrMapOvr>
    <a:masterClrMapping/>
  </p:clrMapOvr>
</p:sldLayout>
</file>

<file path=ppt/slideLayouts/slideLayout14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Title Only 1">
  <p:cSld name="Title Only_1">
    <p:spTree>
      <p:nvGrpSpPr>
        <p:cNvPr id="69" name="Shape 6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0" name="Google Shape;70;p15"/>
          <p:cNvSpPr txBox="1"/>
          <p:nvPr>
            <p:ph type="title"/>
          </p:nvPr>
        </p:nvSpPr>
        <p:spPr>
          <a:xfrm>
            <a:off x="3932967" y="348900"/>
            <a:ext cx="1278000" cy="52140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sp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200"/>
              <a:buNone/>
              <a:defRPr b="0" i="0" sz="3300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500"/>
              <a:buNone/>
              <a:defRPr/>
            </a:lvl2pPr>
            <a:lvl3pPr lvl="2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500"/>
              <a:buNone/>
              <a:defRPr/>
            </a:lvl3pPr>
            <a:lvl4pPr lvl="3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500"/>
              <a:buNone/>
              <a:defRPr/>
            </a:lvl4pPr>
            <a:lvl5pPr lvl="4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500"/>
              <a:buNone/>
              <a:defRPr/>
            </a:lvl5pPr>
            <a:lvl6pPr lvl="5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500"/>
              <a:buNone/>
              <a:defRPr/>
            </a:lvl6pPr>
            <a:lvl7pPr lvl="6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500"/>
              <a:buNone/>
              <a:defRPr/>
            </a:lvl7pPr>
            <a:lvl8pPr lvl="7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500"/>
              <a:buNone/>
              <a:defRPr/>
            </a:lvl8pPr>
            <a:lvl9pPr lvl="8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500"/>
              <a:buNone/>
              <a:defRPr/>
            </a:lvl9pPr>
          </a:lstStyle>
          <a:p/>
        </p:txBody>
      </p:sp>
      <p:sp>
        <p:nvSpPr>
          <p:cNvPr id="71" name="Google Shape;71;p15"/>
          <p:cNvSpPr txBox="1"/>
          <p:nvPr>
            <p:ph idx="11" type="ftr"/>
          </p:nvPr>
        </p:nvSpPr>
        <p:spPr>
          <a:xfrm>
            <a:off x="1712499" y="5010073"/>
            <a:ext cx="5564400" cy="15180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spAutoFit/>
          </a:bodyPr>
          <a:lstStyle>
            <a:lvl1pPr lv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100" u="none" cap="none" strike="noStrike">
                <a:solidFill>
                  <a:srgbClr val="7E7E7E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2pPr>
            <a:lvl3pPr lvl="2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3pPr>
            <a:lvl4pPr lvl="3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4pPr>
            <a:lvl5pPr lvl="4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5pPr>
            <a:lvl6pPr lvl="5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6pPr>
            <a:lvl7pPr lvl="6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7pPr>
            <a:lvl8pPr lvl="7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8pPr>
            <a:lvl9pPr lvl="8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/>
        </p:txBody>
      </p:sp>
      <p:sp>
        <p:nvSpPr>
          <p:cNvPr id="72" name="Google Shape;72;p15"/>
          <p:cNvSpPr txBox="1"/>
          <p:nvPr>
            <p:ph idx="10" type="dt"/>
          </p:nvPr>
        </p:nvSpPr>
        <p:spPr>
          <a:xfrm>
            <a:off x="457200" y="4783455"/>
            <a:ext cx="2103000" cy="25710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spAutoFit/>
          </a:bodyPr>
          <a:lstStyle>
            <a:lvl1pPr lv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888888"/>
                </a:solidFill>
                <a:latin typeface="Arial"/>
                <a:ea typeface="Arial"/>
                <a:cs typeface="Arial"/>
                <a:sym typeface="Arial"/>
              </a:defRPr>
            </a:lvl1pPr>
            <a:lvl2pPr lvl="1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2pPr>
            <a:lvl3pPr lvl="2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3pPr>
            <a:lvl4pPr lvl="3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4pPr>
            <a:lvl5pPr lvl="4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5pPr>
            <a:lvl6pPr lvl="5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6pPr>
            <a:lvl7pPr lvl="6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7pPr>
            <a:lvl8pPr lvl="7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8pPr>
            <a:lvl9pPr lvl="8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/>
        </p:txBody>
      </p:sp>
      <p:sp>
        <p:nvSpPr>
          <p:cNvPr id="73" name="Google Shape;73;p15"/>
          <p:cNvSpPr txBox="1"/>
          <p:nvPr>
            <p:ph idx="12" type="sldNum"/>
          </p:nvPr>
        </p:nvSpPr>
        <p:spPr>
          <a:xfrm>
            <a:off x="6583680" y="4783455"/>
            <a:ext cx="2103000" cy="12300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spAutoFit/>
          </a:bodyPr>
          <a:lstStyle>
            <a:lvl1pPr indent="0" lvl="0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800"/>
              <a:buFont typeface="Arial"/>
              <a:buNone/>
              <a:defRPr b="1" i="0" sz="800" u="none" cap="none" strike="noStrike">
                <a:solidFill>
                  <a:srgbClr val="888888"/>
                </a:solidFill>
                <a:latin typeface="Nunito"/>
                <a:ea typeface="Nunito"/>
                <a:cs typeface="Nunito"/>
                <a:sym typeface="Nunito"/>
              </a:defRPr>
            </a:lvl1pPr>
            <a:lvl2pPr indent="0" lvl="1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800"/>
              <a:buFont typeface="Arial"/>
              <a:buNone/>
              <a:defRPr b="1" i="0" sz="800" u="none" cap="none" strike="noStrike">
                <a:solidFill>
                  <a:srgbClr val="888888"/>
                </a:solidFill>
                <a:latin typeface="Nunito"/>
                <a:ea typeface="Nunito"/>
                <a:cs typeface="Nunito"/>
                <a:sym typeface="Nunito"/>
              </a:defRPr>
            </a:lvl2pPr>
            <a:lvl3pPr indent="0" lvl="2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800"/>
              <a:buFont typeface="Arial"/>
              <a:buNone/>
              <a:defRPr b="1" i="0" sz="800" u="none" cap="none" strike="noStrike">
                <a:solidFill>
                  <a:srgbClr val="888888"/>
                </a:solidFill>
                <a:latin typeface="Nunito"/>
                <a:ea typeface="Nunito"/>
                <a:cs typeface="Nunito"/>
                <a:sym typeface="Nunito"/>
              </a:defRPr>
            </a:lvl3pPr>
            <a:lvl4pPr indent="0" lvl="3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800"/>
              <a:buFont typeface="Arial"/>
              <a:buNone/>
              <a:defRPr b="1" i="0" sz="800" u="none" cap="none" strike="noStrike">
                <a:solidFill>
                  <a:srgbClr val="888888"/>
                </a:solidFill>
                <a:latin typeface="Nunito"/>
                <a:ea typeface="Nunito"/>
                <a:cs typeface="Nunito"/>
                <a:sym typeface="Nunito"/>
              </a:defRPr>
            </a:lvl4pPr>
            <a:lvl5pPr indent="0" lvl="4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800"/>
              <a:buFont typeface="Arial"/>
              <a:buNone/>
              <a:defRPr b="1" i="0" sz="800" u="none" cap="none" strike="noStrike">
                <a:solidFill>
                  <a:srgbClr val="888888"/>
                </a:solidFill>
                <a:latin typeface="Nunito"/>
                <a:ea typeface="Nunito"/>
                <a:cs typeface="Nunito"/>
                <a:sym typeface="Nunito"/>
              </a:defRPr>
            </a:lvl5pPr>
            <a:lvl6pPr indent="0" lvl="5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800"/>
              <a:buFont typeface="Arial"/>
              <a:buNone/>
              <a:defRPr b="1" i="0" sz="800" u="none" cap="none" strike="noStrike">
                <a:solidFill>
                  <a:srgbClr val="888888"/>
                </a:solidFill>
                <a:latin typeface="Nunito"/>
                <a:ea typeface="Nunito"/>
                <a:cs typeface="Nunito"/>
                <a:sym typeface="Nunito"/>
              </a:defRPr>
            </a:lvl6pPr>
            <a:lvl7pPr indent="0" lvl="6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800"/>
              <a:buFont typeface="Arial"/>
              <a:buNone/>
              <a:defRPr b="1" i="0" sz="800" u="none" cap="none" strike="noStrike">
                <a:solidFill>
                  <a:srgbClr val="888888"/>
                </a:solidFill>
                <a:latin typeface="Nunito"/>
                <a:ea typeface="Nunito"/>
                <a:cs typeface="Nunito"/>
                <a:sym typeface="Nunito"/>
              </a:defRPr>
            </a:lvl7pPr>
            <a:lvl8pPr indent="0" lvl="7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800"/>
              <a:buFont typeface="Arial"/>
              <a:buNone/>
              <a:defRPr b="1" i="0" sz="800" u="none" cap="none" strike="noStrike">
                <a:solidFill>
                  <a:srgbClr val="888888"/>
                </a:solidFill>
                <a:latin typeface="Nunito"/>
                <a:ea typeface="Nunito"/>
                <a:cs typeface="Nunito"/>
                <a:sym typeface="Nunito"/>
              </a:defRPr>
            </a:lvl8pPr>
            <a:lvl9pPr indent="0" lvl="8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800"/>
              <a:buFont typeface="Arial"/>
              <a:buNone/>
              <a:defRPr b="1" i="0" sz="800" u="none" cap="none" strike="noStrike">
                <a:solidFill>
                  <a:srgbClr val="888888"/>
                </a:solidFill>
                <a:latin typeface="Nunito"/>
                <a:ea typeface="Nunito"/>
                <a:cs typeface="Nunito"/>
                <a:sym typeface="Nunito"/>
              </a:defRPr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"/>
              <a:t>‹#›</a:t>
            </a:fld>
            <a:endParaRPr>
              <a:solidFill>
                <a:srgbClr val="434343"/>
              </a:solidFill>
            </a:endParaRPr>
          </a:p>
        </p:txBody>
      </p:sp>
    </p:spTree>
  </p:cSld>
  <p:clrMapOvr>
    <a:masterClrMapping/>
  </p:clrMapOvr>
</p:sldLayout>
</file>

<file path=ppt/slideLayouts/slideLayout15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Title Only 2">
  <p:cSld name="Title Only_2">
    <p:spTree>
      <p:nvGrpSpPr>
        <p:cNvPr id="74" name="Shape 7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5" name="Google Shape;75;p16"/>
          <p:cNvSpPr txBox="1"/>
          <p:nvPr>
            <p:ph type="title"/>
          </p:nvPr>
        </p:nvSpPr>
        <p:spPr>
          <a:xfrm>
            <a:off x="3932967" y="348900"/>
            <a:ext cx="1278000" cy="52140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sp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200"/>
              <a:buNone/>
              <a:defRPr b="0" i="0" sz="3300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500"/>
              <a:buNone/>
              <a:defRPr/>
            </a:lvl2pPr>
            <a:lvl3pPr lvl="2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500"/>
              <a:buNone/>
              <a:defRPr/>
            </a:lvl3pPr>
            <a:lvl4pPr lvl="3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500"/>
              <a:buNone/>
              <a:defRPr/>
            </a:lvl4pPr>
            <a:lvl5pPr lvl="4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500"/>
              <a:buNone/>
              <a:defRPr/>
            </a:lvl5pPr>
            <a:lvl6pPr lvl="5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500"/>
              <a:buNone/>
              <a:defRPr/>
            </a:lvl6pPr>
            <a:lvl7pPr lvl="6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500"/>
              <a:buNone/>
              <a:defRPr/>
            </a:lvl7pPr>
            <a:lvl8pPr lvl="7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500"/>
              <a:buNone/>
              <a:defRPr/>
            </a:lvl8pPr>
            <a:lvl9pPr lvl="8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500"/>
              <a:buNone/>
              <a:defRPr/>
            </a:lvl9pPr>
          </a:lstStyle>
          <a:p/>
        </p:txBody>
      </p:sp>
      <p:sp>
        <p:nvSpPr>
          <p:cNvPr id="76" name="Google Shape;76;p16"/>
          <p:cNvSpPr txBox="1"/>
          <p:nvPr>
            <p:ph idx="11" type="ftr"/>
          </p:nvPr>
        </p:nvSpPr>
        <p:spPr>
          <a:xfrm>
            <a:off x="1712499" y="5010073"/>
            <a:ext cx="5564400" cy="15180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spAutoFit/>
          </a:bodyPr>
          <a:lstStyle>
            <a:lvl1pPr lv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100" u="none" cap="none" strike="noStrike">
                <a:solidFill>
                  <a:srgbClr val="7E7E7E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2pPr>
            <a:lvl3pPr lvl="2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3pPr>
            <a:lvl4pPr lvl="3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4pPr>
            <a:lvl5pPr lvl="4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5pPr>
            <a:lvl6pPr lvl="5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6pPr>
            <a:lvl7pPr lvl="6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7pPr>
            <a:lvl8pPr lvl="7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8pPr>
            <a:lvl9pPr lvl="8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/>
        </p:txBody>
      </p:sp>
      <p:sp>
        <p:nvSpPr>
          <p:cNvPr id="77" name="Google Shape;77;p16"/>
          <p:cNvSpPr txBox="1"/>
          <p:nvPr>
            <p:ph idx="10" type="dt"/>
          </p:nvPr>
        </p:nvSpPr>
        <p:spPr>
          <a:xfrm>
            <a:off x="457200" y="4783455"/>
            <a:ext cx="2103000" cy="25710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spAutoFit/>
          </a:bodyPr>
          <a:lstStyle>
            <a:lvl1pPr lv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888888"/>
                </a:solidFill>
                <a:latin typeface="Arial"/>
                <a:ea typeface="Arial"/>
                <a:cs typeface="Arial"/>
                <a:sym typeface="Arial"/>
              </a:defRPr>
            </a:lvl1pPr>
            <a:lvl2pPr lvl="1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2pPr>
            <a:lvl3pPr lvl="2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3pPr>
            <a:lvl4pPr lvl="3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4pPr>
            <a:lvl5pPr lvl="4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5pPr>
            <a:lvl6pPr lvl="5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6pPr>
            <a:lvl7pPr lvl="6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7pPr>
            <a:lvl8pPr lvl="7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8pPr>
            <a:lvl9pPr lvl="8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/>
        </p:txBody>
      </p:sp>
      <p:sp>
        <p:nvSpPr>
          <p:cNvPr id="78" name="Google Shape;78;p16"/>
          <p:cNvSpPr txBox="1"/>
          <p:nvPr>
            <p:ph idx="12" type="sldNum"/>
          </p:nvPr>
        </p:nvSpPr>
        <p:spPr>
          <a:xfrm>
            <a:off x="6583680" y="4783455"/>
            <a:ext cx="2103000" cy="12300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spAutoFit/>
          </a:bodyPr>
          <a:lstStyle>
            <a:lvl1pPr indent="0" lvl="0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800"/>
              <a:buFont typeface="Arial"/>
              <a:buNone/>
              <a:defRPr b="1" i="0" sz="800" u="none" cap="none" strike="noStrike">
                <a:solidFill>
                  <a:srgbClr val="888888"/>
                </a:solidFill>
                <a:latin typeface="Nunito"/>
                <a:ea typeface="Nunito"/>
                <a:cs typeface="Nunito"/>
                <a:sym typeface="Nunito"/>
              </a:defRPr>
            </a:lvl1pPr>
            <a:lvl2pPr indent="0" lvl="1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800"/>
              <a:buFont typeface="Arial"/>
              <a:buNone/>
              <a:defRPr b="1" i="0" sz="800" u="none" cap="none" strike="noStrike">
                <a:solidFill>
                  <a:srgbClr val="888888"/>
                </a:solidFill>
                <a:latin typeface="Nunito"/>
                <a:ea typeface="Nunito"/>
                <a:cs typeface="Nunito"/>
                <a:sym typeface="Nunito"/>
              </a:defRPr>
            </a:lvl2pPr>
            <a:lvl3pPr indent="0" lvl="2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800"/>
              <a:buFont typeface="Arial"/>
              <a:buNone/>
              <a:defRPr b="1" i="0" sz="800" u="none" cap="none" strike="noStrike">
                <a:solidFill>
                  <a:srgbClr val="888888"/>
                </a:solidFill>
                <a:latin typeface="Nunito"/>
                <a:ea typeface="Nunito"/>
                <a:cs typeface="Nunito"/>
                <a:sym typeface="Nunito"/>
              </a:defRPr>
            </a:lvl3pPr>
            <a:lvl4pPr indent="0" lvl="3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800"/>
              <a:buFont typeface="Arial"/>
              <a:buNone/>
              <a:defRPr b="1" i="0" sz="800" u="none" cap="none" strike="noStrike">
                <a:solidFill>
                  <a:srgbClr val="888888"/>
                </a:solidFill>
                <a:latin typeface="Nunito"/>
                <a:ea typeface="Nunito"/>
                <a:cs typeface="Nunito"/>
                <a:sym typeface="Nunito"/>
              </a:defRPr>
            </a:lvl4pPr>
            <a:lvl5pPr indent="0" lvl="4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800"/>
              <a:buFont typeface="Arial"/>
              <a:buNone/>
              <a:defRPr b="1" i="0" sz="800" u="none" cap="none" strike="noStrike">
                <a:solidFill>
                  <a:srgbClr val="888888"/>
                </a:solidFill>
                <a:latin typeface="Nunito"/>
                <a:ea typeface="Nunito"/>
                <a:cs typeface="Nunito"/>
                <a:sym typeface="Nunito"/>
              </a:defRPr>
            </a:lvl5pPr>
            <a:lvl6pPr indent="0" lvl="5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800"/>
              <a:buFont typeface="Arial"/>
              <a:buNone/>
              <a:defRPr b="1" i="0" sz="800" u="none" cap="none" strike="noStrike">
                <a:solidFill>
                  <a:srgbClr val="888888"/>
                </a:solidFill>
                <a:latin typeface="Nunito"/>
                <a:ea typeface="Nunito"/>
                <a:cs typeface="Nunito"/>
                <a:sym typeface="Nunito"/>
              </a:defRPr>
            </a:lvl6pPr>
            <a:lvl7pPr indent="0" lvl="6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800"/>
              <a:buFont typeface="Arial"/>
              <a:buNone/>
              <a:defRPr b="1" i="0" sz="800" u="none" cap="none" strike="noStrike">
                <a:solidFill>
                  <a:srgbClr val="888888"/>
                </a:solidFill>
                <a:latin typeface="Nunito"/>
                <a:ea typeface="Nunito"/>
                <a:cs typeface="Nunito"/>
                <a:sym typeface="Nunito"/>
              </a:defRPr>
            </a:lvl7pPr>
            <a:lvl8pPr indent="0" lvl="7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800"/>
              <a:buFont typeface="Arial"/>
              <a:buNone/>
              <a:defRPr b="1" i="0" sz="800" u="none" cap="none" strike="noStrike">
                <a:solidFill>
                  <a:srgbClr val="888888"/>
                </a:solidFill>
                <a:latin typeface="Nunito"/>
                <a:ea typeface="Nunito"/>
                <a:cs typeface="Nunito"/>
                <a:sym typeface="Nunito"/>
              </a:defRPr>
            </a:lvl8pPr>
            <a:lvl9pPr indent="0" lvl="8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800"/>
              <a:buFont typeface="Arial"/>
              <a:buNone/>
              <a:defRPr b="1" i="0" sz="800" u="none" cap="none" strike="noStrike">
                <a:solidFill>
                  <a:srgbClr val="888888"/>
                </a:solidFill>
                <a:latin typeface="Nunito"/>
                <a:ea typeface="Nunito"/>
                <a:cs typeface="Nunito"/>
                <a:sym typeface="Nunito"/>
              </a:defRPr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"/>
              <a:t>‹#›</a:t>
            </a:fld>
            <a:endParaRPr>
              <a:solidFill>
                <a:srgbClr val="434343"/>
              </a:solidFill>
            </a:endParaRPr>
          </a:p>
        </p:txBody>
      </p:sp>
    </p:spTree>
  </p:cSld>
  <p:clrMapOvr>
    <a:masterClrMapping/>
  </p:clrMapOvr>
</p:sldLayout>
</file>

<file path=ppt/slideLayouts/slideLayout16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Title Only 3">
  <p:cSld name="Title Only_3">
    <p:spTree>
      <p:nvGrpSpPr>
        <p:cNvPr id="79" name="Shape 7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0" name="Google Shape;80;p17"/>
          <p:cNvSpPr txBox="1"/>
          <p:nvPr>
            <p:ph type="title"/>
          </p:nvPr>
        </p:nvSpPr>
        <p:spPr>
          <a:xfrm>
            <a:off x="390424" y="497078"/>
            <a:ext cx="8363100" cy="45270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sp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200"/>
              <a:buNone/>
              <a:defRPr b="0" i="0" sz="28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1pPr>
            <a:lvl2pPr lvl="1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500"/>
              <a:buNone/>
              <a:defRPr/>
            </a:lvl2pPr>
            <a:lvl3pPr lvl="2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500"/>
              <a:buNone/>
              <a:defRPr/>
            </a:lvl3pPr>
            <a:lvl4pPr lvl="3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500"/>
              <a:buNone/>
              <a:defRPr/>
            </a:lvl4pPr>
            <a:lvl5pPr lvl="4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500"/>
              <a:buNone/>
              <a:defRPr/>
            </a:lvl5pPr>
            <a:lvl6pPr lvl="5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500"/>
              <a:buNone/>
              <a:defRPr/>
            </a:lvl6pPr>
            <a:lvl7pPr lvl="6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500"/>
              <a:buNone/>
              <a:defRPr/>
            </a:lvl7pPr>
            <a:lvl8pPr lvl="7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500"/>
              <a:buNone/>
              <a:defRPr/>
            </a:lvl8pPr>
            <a:lvl9pPr lvl="8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500"/>
              <a:buNone/>
              <a:defRPr/>
            </a:lvl9pPr>
          </a:lstStyle>
          <a:p/>
        </p:txBody>
      </p:sp>
      <p:sp>
        <p:nvSpPr>
          <p:cNvPr id="81" name="Google Shape;81;p17"/>
          <p:cNvSpPr txBox="1"/>
          <p:nvPr>
            <p:ph idx="11" type="ftr"/>
          </p:nvPr>
        </p:nvSpPr>
        <p:spPr>
          <a:xfrm>
            <a:off x="2879178" y="4948409"/>
            <a:ext cx="3503400" cy="11100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spAutoFit/>
          </a:bodyPr>
          <a:lstStyle>
            <a:lvl1pPr lv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600" u="none" cap="none" strike="noStrike">
                <a:solidFill>
                  <a:srgbClr val="7D7D7D"/>
                </a:solidFill>
                <a:latin typeface="Arial"/>
                <a:ea typeface="Arial"/>
                <a:cs typeface="Arial"/>
                <a:sym typeface="Arial"/>
              </a:defRPr>
            </a:lvl1pPr>
            <a:lvl2pPr lvl="1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2pPr>
            <a:lvl3pPr lvl="2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3pPr>
            <a:lvl4pPr lvl="3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4pPr>
            <a:lvl5pPr lvl="4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5pPr>
            <a:lvl6pPr lvl="5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6pPr>
            <a:lvl7pPr lvl="6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7pPr>
            <a:lvl8pPr lvl="7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8pPr>
            <a:lvl9pPr lvl="8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/>
        </p:txBody>
      </p:sp>
      <p:sp>
        <p:nvSpPr>
          <p:cNvPr id="82" name="Google Shape;82;p17"/>
          <p:cNvSpPr txBox="1"/>
          <p:nvPr>
            <p:ph idx="10" type="dt"/>
          </p:nvPr>
        </p:nvSpPr>
        <p:spPr>
          <a:xfrm>
            <a:off x="457200" y="4783455"/>
            <a:ext cx="2103000" cy="25710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spAutoFit/>
          </a:bodyPr>
          <a:lstStyle>
            <a:lvl1pPr lv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888888"/>
                </a:solidFill>
                <a:latin typeface="Arial"/>
                <a:ea typeface="Arial"/>
                <a:cs typeface="Arial"/>
                <a:sym typeface="Arial"/>
              </a:defRPr>
            </a:lvl1pPr>
            <a:lvl2pPr lvl="1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2pPr>
            <a:lvl3pPr lvl="2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3pPr>
            <a:lvl4pPr lvl="3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4pPr>
            <a:lvl5pPr lvl="4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5pPr>
            <a:lvl6pPr lvl="5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6pPr>
            <a:lvl7pPr lvl="6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7pPr>
            <a:lvl8pPr lvl="7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8pPr>
            <a:lvl9pPr lvl="8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/>
        </p:txBody>
      </p:sp>
      <p:sp>
        <p:nvSpPr>
          <p:cNvPr id="83" name="Google Shape;83;p17"/>
          <p:cNvSpPr txBox="1"/>
          <p:nvPr>
            <p:ph idx="12" type="sldNum"/>
          </p:nvPr>
        </p:nvSpPr>
        <p:spPr>
          <a:xfrm>
            <a:off x="6583680" y="4783455"/>
            <a:ext cx="2103000" cy="12300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spAutoFit/>
          </a:bodyPr>
          <a:lstStyle>
            <a:lvl1pPr indent="0" lvl="0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800"/>
              <a:buFont typeface="Arial"/>
              <a:buNone/>
              <a:defRPr b="1" i="0" sz="800" u="none" cap="none" strike="noStrike">
                <a:solidFill>
                  <a:srgbClr val="888888"/>
                </a:solidFill>
                <a:latin typeface="Nunito"/>
                <a:ea typeface="Nunito"/>
                <a:cs typeface="Nunito"/>
                <a:sym typeface="Nunito"/>
              </a:defRPr>
            </a:lvl1pPr>
            <a:lvl2pPr indent="0" lvl="1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800"/>
              <a:buFont typeface="Arial"/>
              <a:buNone/>
              <a:defRPr b="1" i="0" sz="800" u="none" cap="none" strike="noStrike">
                <a:solidFill>
                  <a:srgbClr val="888888"/>
                </a:solidFill>
                <a:latin typeface="Nunito"/>
                <a:ea typeface="Nunito"/>
                <a:cs typeface="Nunito"/>
                <a:sym typeface="Nunito"/>
              </a:defRPr>
            </a:lvl2pPr>
            <a:lvl3pPr indent="0" lvl="2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800"/>
              <a:buFont typeface="Arial"/>
              <a:buNone/>
              <a:defRPr b="1" i="0" sz="800" u="none" cap="none" strike="noStrike">
                <a:solidFill>
                  <a:srgbClr val="888888"/>
                </a:solidFill>
                <a:latin typeface="Nunito"/>
                <a:ea typeface="Nunito"/>
                <a:cs typeface="Nunito"/>
                <a:sym typeface="Nunito"/>
              </a:defRPr>
            </a:lvl3pPr>
            <a:lvl4pPr indent="0" lvl="3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800"/>
              <a:buFont typeface="Arial"/>
              <a:buNone/>
              <a:defRPr b="1" i="0" sz="800" u="none" cap="none" strike="noStrike">
                <a:solidFill>
                  <a:srgbClr val="888888"/>
                </a:solidFill>
                <a:latin typeface="Nunito"/>
                <a:ea typeface="Nunito"/>
                <a:cs typeface="Nunito"/>
                <a:sym typeface="Nunito"/>
              </a:defRPr>
            </a:lvl4pPr>
            <a:lvl5pPr indent="0" lvl="4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800"/>
              <a:buFont typeface="Arial"/>
              <a:buNone/>
              <a:defRPr b="1" i="0" sz="800" u="none" cap="none" strike="noStrike">
                <a:solidFill>
                  <a:srgbClr val="888888"/>
                </a:solidFill>
                <a:latin typeface="Nunito"/>
                <a:ea typeface="Nunito"/>
                <a:cs typeface="Nunito"/>
                <a:sym typeface="Nunito"/>
              </a:defRPr>
            </a:lvl5pPr>
            <a:lvl6pPr indent="0" lvl="5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800"/>
              <a:buFont typeface="Arial"/>
              <a:buNone/>
              <a:defRPr b="1" i="0" sz="800" u="none" cap="none" strike="noStrike">
                <a:solidFill>
                  <a:srgbClr val="888888"/>
                </a:solidFill>
                <a:latin typeface="Nunito"/>
                <a:ea typeface="Nunito"/>
                <a:cs typeface="Nunito"/>
                <a:sym typeface="Nunito"/>
              </a:defRPr>
            </a:lvl6pPr>
            <a:lvl7pPr indent="0" lvl="6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800"/>
              <a:buFont typeface="Arial"/>
              <a:buNone/>
              <a:defRPr b="1" i="0" sz="800" u="none" cap="none" strike="noStrike">
                <a:solidFill>
                  <a:srgbClr val="888888"/>
                </a:solidFill>
                <a:latin typeface="Nunito"/>
                <a:ea typeface="Nunito"/>
                <a:cs typeface="Nunito"/>
                <a:sym typeface="Nunito"/>
              </a:defRPr>
            </a:lvl7pPr>
            <a:lvl8pPr indent="0" lvl="7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800"/>
              <a:buFont typeface="Arial"/>
              <a:buNone/>
              <a:defRPr b="1" i="0" sz="800" u="none" cap="none" strike="noStrike">
                <a:solidFill>
                  <a:srgbClr val="888888"/>
                </a:solidFill>
                <a:latin typeface="Nunito"/>
                <a:ea typeface="Nunito"/>
                <a:cs typeface="Nunito"/>
                <a:sym typeface="Nunito"/>
              </a:defRPr>
            </a:lvl8pPr>
            <a:lvl9pPr indent="0" lvl="8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800"/>
              <a:buFont typeface="Arial"/>
              <a:buNone/>
              <a:defRPr b="1" i="0" sz="800" u="none" cap="none" strike="noStrike">
                <a:solidFill>
                  <a:srgbClr val="888888"/>
                </a:solidFill>
                <a:latin typeface="Nunito"/>
                <a:ea typeface="Nunito"/>
                <a:cs typeface="Nunito"/>
                <a:sym typeface="Nunito"/>
              </a:defRPr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"/>
              <a:t>‹#›</a:t>
            </a:fld>
            <a:endParaRPr>
              <a:solidFill>
                <a:srgbClr val="434343"/>
              </a:solidFill>
            </a:endParaRPr>
          </a:p>
        </p:txBody>
      </p:sp>
    </p:spTree>
  </p:cSld>
  <p:clrMapOvr>
    <a:masterClrMapping/>
  </p:clrMapOvr>
</p:sldLayout>
</file>

<file path=ppt/slideLayouts/slideLayout17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Title Slide">
  <p:cSld name="OBJECT_1">
    <p:spTree>
      <p:nvGrpSpPr>
        <p:cNvPr id="84" name="Shape 8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5" name="Google Shape;85;p18"/>
          <p:cNvSpPr txBox="1"/>
          <p:nvPr>
            <p:ph type="ctrTitle"/>
          </p:nvPr>
        </p:nvSpPr>
        <p:spPr>
          <a:xfrm>
            <a:off x="2938259" y="1851799"/>
            <a:ext cx="3267600" cy="81840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sp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200"/>
              <a:buNone/>
              <a:defRPr b="0" i="0" sz="5200">
                <a:solidFill>
                  <a:srgbClr val="365F91"/>
                </a:solidFill>
                <a:latin typeface="Arial"/>
                <a:ea typeface="Arial"/>
                <a:cs typeface="Arial"/>
                <a:sym typeface="Arial"/>
              </a:defRPr>
            </a:lvl1pPr>
            <a:lvl2pPr lvl="1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500"/>
              <a:buNone/>
              <a:defRPr/>
            </a:lvl2pPr>
            <a:lvl3pPr lvl="2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500"/>
              <a:buNone/>
              <a:defRPr/>
            </a:lvl3pPr>
            <a:lvl4pPr lvl="3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500"/>
              <a:buNone/>
              <a:defRPr/>
            </a:lvl4pPr>
            <a:lvl5pPr lvl="4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500"/>
              <a:buNone/>
              <a:defRPr/>
            </a:lvl5pPr>
            <a:lvl6pPr lvl="5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500"/>
              <a:buNone/>
              <a:defRPr/>
            </a:lvl6pPr>
            <a:lvl7pPr lvl="6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500"/>
              <a:buNone/>
              <a:defRPr/>
            </a:lvl7pPr>
            <a:lvl8pPr lvl="7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500"/>
              <a:buNone/>
              <a:defRPr/>
            </a:lvl8pPr>
            <a:lvl9pPr lvl="8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500"/>
              <a:buNone/>
              <a:defRPr/>
            </a:lvl9pPr>
          </a:lstStyle>
          <a:p/>
        </p:txBody>
      </p:sp>
      <p:sp>
        <p:nvSpPr>
          <p:cNvPr id="86" name="Google Shape;86;p18"/>
          <p:cNvSpPr txBox="1"/>
          <p:nvPr>
            <p:ph idx="1" type="subTitle"/>
          </p:nvPr>
        </p:nvSpPr>
        <p:spPr>
          <a:xfrm>
            <a:off x="1371600" y="2880360"/>
            <a:ext cx="6400800" cy="128580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spAutoFit/>
          </a:bodyPr>
          <a:lstStyle>
            <a:lvl1pPr lv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500"/>
              <a:buNone/>
              <a:defRPr/>
            </a:lvl1pPr>
            <a:lvl2pPr lvl="1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300"/>
              <a:buNone/>
              <a:defRPr/>
            </a:lvl2pPr>
            <a:lvl3pPr lvl="2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None/>
              <a:defRPr/>
            </a:lvl3pPr>
            <a:lvl4pPr lvl="3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100"/>
              <a:buNone/>
              <a:defRPr/>
            </a:lvl4pPr>
            <a:lvl5pPr lvl="4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000"/>
              <a:buNone/>
              <a:defRPr/>
            </a:lvl5pPr>
            <a:lvl6pPr lvl="5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900"/>
              <a:buNone/>
              <a:defRPr/>
            </a:lvl6pPr>
            <a:lvl7pPr lvl="6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800"/>
              <a:buNone/>
              <a:defRPr/>
            </a:lvl7pPr>
            <a:lvl8pPr lvl="7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700"/>
              <a:buNone/>
              <a:defRPr/>
            </a:lvl8pPr>
            <a:lvl9pPr lvl="8" algn="l">
              <a:lnSpc>
                <a:spcPct val="115000"/>
              </a:lnSpc>
              <a:spcBef>
                <a:spcPts val="1600"/>
              </a:spcBef>
              <a:spcAft>
                <a:spcPts val="1600"/>
              </a:spcAft>
              <a:buSzPts val="600"/>
              <a:buNone/>
              <a:defRPr/>
            </a:lvl9pPr>
          </a:lstStyle>
          <a:p/>
        </p:txBody>
      </p:sp>
      <p:sp>
        <p:nvSpPr>
          <p:cNvPr id="87" name="Google Shape;87;p18"/>
          <p:cNvSpPr txBox="1"/>
          <p:nvPr>
            <p:ph idx="11" type="ftr"/>
          </p:nvPr>
        </p:nvSpPr>
        <p:spPr>
          <a:xfrm>
            <a:off x="2879178" y="4948409"/>
            <a:ext cx="3503400" cy="11100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spAutoFit/>
          </a:bodyPr>
          <a:lstStyle>
            <a:lvl1pPr lv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600" u="none" cap="none" strike="noStrike">
                <a:solidFill>
                  <a:srgbClr val="7D7D7D"/>
                </a:solidFill>
                <a:latin typeface="Arial"/>
                <a:ea typeface="Arial"/>
                <a:cs typeface="Arial"/>
                <a:sym typeface="Arial"/>
              </a:defRPr>
            </a:lvl1pPr>
            <a:lvl2pPr lvl="1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2pPr>
            <a:lvl3pPr lvl="2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3pPr>
            <a:lvl4pPr lvl="3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4pPr>
            <a:lvl5pPr lvl="4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5pPr>
            <a:lvl6pPr lvl="5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6pPr>
            <a:lvl7pPr lvl="6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7pPr>
            <a:lvl8pPr lvl="7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8pPr>
            <a:lvl9pPr lvl="8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/>
        </p:txBody>
      </p:sp>
      <p:sp>
        <p:nvSpPr>
          <p:cNvPr id="88" name="Google Shape;88;p18"/>
          <p:cNvSpPr txBox="1"/>
          <p:nvPr>
            <p:ph idx="10" type="dt"/>
          </p:nvPr>
        </p:nvSpPr>
        <p:spPr>
          <a:xfrm>
            <a:off x="457200" y="4783455"/>
            <a:ext cx="2103000" cy="25710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spAutoFit/>
          </a:bodyPr>
          <a:lstStyle>
            <a:lvl1pPr lv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888888"/>
                </a:solidFill>
                <a:latin typeface="Arial"/>
                <a:ea typeface="Arial"/>
                <a:cs typeface="Arial"/>
                <a:sym typeface="Arial"/>
              </a:defRPr>
            </a:lvl1pPr>
            <a:lvl2pPr lvl="1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2pPr>
            <a:lvl3pPr lvl="2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3pPr>
            <a:lvl4pPr lvl="3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4pPr>
            <a:lvl5pPr lvl="4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5pPr>
            <a:lvl6pPr lvl="5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6pPr>
            <a:lvl7pPr lvl="6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7pPr>
            <a:lvl8pPr lvl="7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8pPr>
            <a:lvl9pPr lvl="8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/>
        </p:txBody>
      </p:sp>
      <p:sp>
        <p:nvSpPr>
          <p:cNvPr id="89" name="Google Shape;89;p18"/>
          <p:cNvSpPr txBox="1"/>
          <p:nvPr>
            <p:ph idx="12" type="sldNum"/>
          </p:nvPr>
        </p:nvSpPr>
        <p:spPr>
          <a:xfrm>
            <a:off x="6583680" y="4783455"/>
            <a:ext cx="2103000" cy="12300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spAutoFit/>
          </a:bodyPr>
          <a:lstStyle>
            <a:lvl1pPr indent="0" lvl="0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800"/>
              <a:buFont typeface="Arial"/>
              <a:buNone/>
              <a:defRPr b="1" i="0" sz="800" u="none" cap="none" strike="noStrike">
                <a:solidFill>
                  <a:srgbClr val="888888"/>
                </a:solidFill>
                <a:latin typeface="Nunito"/>
                <a:ea typeface="Nunito"/>
                <a:cs typeface="Nunito"/>
                <a:sym typeface="Nunito"/>
              </a:defRPr>
            </a:lvl1pPr>
            <a:lvl2pPr indent="0" lvl="1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800"/>
              <a:buFont typeface="Arial"/>
              <a:buNone/>
              <a:defRPr b="1" i="0" sz="800" u="none" cap="none" strike="noStrike">
                <a:solidFill>
                  <a:srgbClr val="888888"/>
                </a:solidFill>
                <a:latin typeface="Nunito"/>
                <a:ea typeface="Nunito"/>
                <a:cs typeface="Nunito"/>
                <a:sym typeface="Nunito"/>
              </a:defRPr>
            </a:lvl2pPr>
            <a:lvl3pPr indent="0" lvl="2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800"/>
              <a:buFont typeface="Arial"/>
              <a:buNone/>
              <a:defRPr b="1" i="0" sz="800" u="none" cap="none" strike="noStrike">
                <a:solidFill>
                  <a:srgbClr val="888888"/>
                </a:solidFill>
                <a:latin typeface="Nunito"/>
                <a:ea typeface="Nunito"/>
                <a:cs typeface="Nunito"/>
                <a:sym typeface="Nunito"/>
              </a:defRPr>
            </a:lvl3pPr>
            <a:lvl4pPr indent="0" lvl="3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800"/>
              <a:buFont typeface="Arial"/>
              <a:buNone/>
              <a:defRPr b="1" i="0" sz="800" u="none" cap="none" strike="noStrike">
                <a:solidFill>
                  <a:srgbClr val="888888"/>
                </a:solidFill>
                <a:latin typeface="Nunito"/>
                <a:ea typeface="Nunito"/>
                <a:cs typeface="Nunito"/>
                <a:sym typeface="Nunito"/>
              </a:defRPr>
            </a:lvl4pPr>
            <a:lvl5pPr indent="0" lvl="4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800"/>
              <a:buFont typeface="Arial"/>
              <a:buNone/>
              <a:defRPr b="1" i="0" sz="800" u="none" cap="none" strike="noStrike">
                <a:solidFill>
                  <a:srgbClr val="888888"/>
                </a:solidFill>
                <a:latin typeface="Nunito"/>
                <a:ea typeface="Nunito"/>
                <a:cs typeface="Nunito"/>
                <a:sym typeface="Nunito"/>
              </a:defRPr>
            </a:lvl5pPr>
            <a:lvl6pPr indent="0" lvl="5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800"/>
              <a:buFont typeface="Arial"/>
              <a:buNone/>
              <a:defRPr b="1" i="0" sz="800" u="none" cap="none" strike="noStrike">
                <a:solidFill>
                  <a:srgbClr val="888888"/>
                </a:solidFill>
                <a:latin typeface="Nunito"/>
                <a:ea typeface="Nunito"/>
                <a:cs typeface="Nunito"/>
                <a:sym typeface="Nunito"/>
              </a:defRPr>
            </a:lvl6pPr>
            <a:lvl7pPr indent="0" lvl="6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800"/>
              <a:buFont typeface="Arial"/>
              <a:buNone/>
              <a:defRPr b="1" i="0" sz="800" u="none" cap="none" strike="noStrike">
                <a:solidFill>
                  <a:srgbClr val="888888"/>
                </a:solidFill>
                <a:latin typeface="Nunito"/>
                <a:ea typeface="Nunito"/>
                <a:cs typeface="Nunito"/>
                <a:sym typeface="Nunito"/>
              </a:defRPr>
            </a:lvl7pPr>
            <a:lvl8pPr indent="0" lvl="7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800"/>
              <a:buFont typeface="Arial"/>
              <a:buNone/>
              <a:defRPr b="1" i="0" sz="800" u="none" cap="none" strike="noStrike">
                <a:solidFill>
                  <a:srgbClr val="888888"/>
                </a:solidFill>
                <a:latin typeface="Nunito"/>
                <a:ea typeface="Nunito"/>
                <a:cs typeface="Nunito"/>
                <a:sym typeface="Nunito"/>
              </a:defRPr>
            </a:lvl8pPr>
            <a:lvl9pPr indent="0" lvl="8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800"/>
              <a:buFont typeface="Arial"/>
              <a:buNone/>
              <a:defRPr b="1" i="0" sz="800" u="none" cap="none" strike="noStrike">
                <a:solidFill>
                  <a:srgbClr val="888888"/>
                </a:solidFill>
                <a:latin typeface="Nunito"/>
                <a:ea typeface="Nunito"/>
                <a:cs typeface="Nunito"/>
                <a:sym typeface="Nunito"/>
              </a:defRPr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"/>
              <a:t>‹#›</a:t>
            </a:fld>
            <a:endParaRPr>
              <a:solidFill>
                <a:srgbClr val="434343"/>
              </a:solidFill>
            </a:endParaRPr>
          </a:p>
        </p:txBody>
      </p:sp>
    </p:spTree>
  </p:cSld>
  <p:clrMapOvr>
    <a:masterClrMapping/>
  </p:clrMapOvr>
</p:sldLayout>
</file>

<file path=ppt/slideLayouts/slideLayout18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Title Only 4">
  <p:cSld name="OBJECT_2">
    <p:spTree>
      <p:nvGrpSpPr>
        <p:cNvPr id="90" name="Shape 9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1" name="Google Shape;91;p19"/>
          <p:cNvSpPr txBox="1"/>
          <p:nvPr>
            <p:ph type="title"/>
          </p:nvPr>
        </p:nvSpPr>
        <p:spPr>
          <a:xfrm>
            <a:off x="3368992" y="2453440"/>
            <a:ext cx="2406000" cy="22470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sp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200"/>
              <a:buNone/>
              <a:defRPr b="1" i="0" sz="14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1pPr>
            <a:lvl2pPr lvl="1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500"/>
              <a:buNone/>
              <a:defRPr/>
            </a:lvl2pPr>
            <a:lvl3pPr lvl="2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500"/>
              <a:buNone/>
              <a:defRPr/>
            </a:lvl3pPr>
            <a:lvl4pPr lvl="3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500"/>
              <a:buNone/>
              <a:defRPr/>
            </a:lvl4pPr>
            <a:lvl5pPr lvl="4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500"/>
              <a:buNone/>
              <a:defRPr/>
            </a:lvl5pPr>
            <a:lvl6pPr lvl="5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500"/>
              <a:buNone/>
              <a:defRPr/>
            </a:lvl6pPr>
            <a:lvl7pPr lvl="6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500"/>
              <a:buNone/>
              <a:defRPr/>
            </a:lvl7pPr>
            <a:lvl8pPr lvl="7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500"/>
              <a:buNone/>
              <a:defRPr/>
            </a:lvl8pPr>
            <a:lvl9pPr lvl="8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500"/>
              <a:buNone/>
              <a:defRPr/>
            </a:lvl9pPr>
          </a:lstStyle>
          <a:p/>
        </p:txBody>
      </p:sp>
      <p:sp>
        <p:nvSpPr>
          <p:cNvPr id="92" name="Google Shape;92;p19"/>
          <p:cNvSpPr txBox="1"/>
          <p:nvPr>
            <p:ph idx="11" type="ftr"/>
          </p:nvPr>
        </p:nvSpPr>
        <p:spPr>
          <a:xfrm>
            <a:off x="3108960" y="4783455"/>
            <a:ext cx="2926200" cy="25710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spAutoFit/>
          </a:bodyPr>
          <a:lstStyle>
            <a:lvl1pPr lv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888888"/>
                </a:solidFill>
                <a:latin typeface="Arial"/>
                <a:ea typeface="Arial"/>
                <a:cs typeface="Arial"/>
                <a:sym typeface="Arial"/>
              </a:defRPr>
            </a:lvl1pPr>
            <a:lvl2pPr lvl="1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2pPr>
            <a:lvl3pPr lvl="2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3pPr>
            <a:lvl4pPr lvl="3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4pPr>
            <a:lvl5pPr lvl="4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5pPr>
            <a:lvl6pPr lvl="5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6pPr>
            <a:lvl7pPr lvl="6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7pPr>
            <a:lvl8pPr lvl="7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8pPr>
            <a:lvl9pPr lvl="8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/>
        </p:txBody>
      </p:sp>
      <p:sp>
        <p:nvSpPr>
          <p:cNvPr id="93" name="Google Shape;93;p19"/>
          <p:cNvSpPr txBox="1"/>
          <p:nvPr>
            <p:ph idx="10" type="dt"/>
          </p:nvPr>
        </p:nvSpPr>
        <p:spPr>
          <a:xfrm>
            <a:off x="457200" y="4783455"/>
            <a:ext cx="2103000" cy="25710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spAutoFit/>
          </a:bodyPr>
          <a:lstStyle>
            <a:lvl1pPr lv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888888"/>
                </a:solidFill>
                <a:latin typeface="Arial"/>
                <a:ea typeface="Arial"/>
                <a:cs typeface="Arial"/>
                <a:sym typeface="Arial"/>
              </a:defRPr>
            </a:lvl1pPr>
            <a:lvl2pPr lvl="1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2pPr>
            <a:lvl3pPr lvl="2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3pPr>
            <a:lvl4pPr lvl="3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4pPr>
            <a:lvl5pPr lvl="4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5pPr>
            <a:lvl6pPr lvl="5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6pPr>
            <a:lvl7pPr lvl="6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7pPr>
            <a:lvl8pPr lvl="7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8pPr>
            <a:lvl9pPr lvl="8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/>
        </p:txBody>
      </p:sp>
      <p:sp>
        <p:nvSpPr>
          <p:cNvPr id="94" name="Google Shape;94;p19"/>
          <p:cNvSpPr txBox="1"/>
          <p:nvPr>
            <p:ph idx="12" type="sldNum"/>
          </p:nvPr>
        </p:nvSpPr>
        <p:spPr>
          <a:xfrm>
            <a:off x="50889" y="4980883"/>
            <a:ext cx="216600" cy="12300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spAutoFit/>
          </a:bodyPr>
          <a:lstStyle>
            <a:lvl1pPr indent="0" lvl="0" marL="25400" marR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800"/>
              <a:buFont typeface="Arial"/>
              <a:buNone/>
              <a:defRPr b="0" i="0" sz="800" u="none" cap="none" strike="noStrike">
                <a:solidFill>
                  <a:srgbClr val="7E7E7E"/>
                </a:solidFill>
                <a:latin typeface="Arial"/>
                <a:ea typeface="Arial"/>
                <a:cs typeface="Arial"/>
                <a:sym typeface="Arial"/>
              </a:defRPr>
            </a:lvl1pPr>
            <a:lvl2pPr indent="0" lvl="1" marL="25400" marR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800"/>
              <a:buFont typeface="Arial"/>
              <a:buNone/>
              <a:defRPr b="0" i="0" sz="800" u="none" cap="none" strike="noStrike">
                <a:solidFill>
                  <a:srgbClr val="7E7E7E"/>
                </a:solidFill>
                <a:latin typeface="Arial"/>
                <a:ea typeface="Arial"/>
                <a:cs typeface="Arial"/>
                <a:sym typeface="Arial"/>
              </a:defRPr>
            </a:lvl2pPr>
            <a:lvl3pPr indent="0" lvl="2" marL="25400" marR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800"/>
              <a:buFont typeface="Arial"/>
              <a:buNone/>
              <a:defRPr b="0" i="0" sz="800" u="none" cap="none" strike="noStrike">
                <a:solidFill>
                  <a:srgbClr val="7E7E7E"/>
                </a:solidFill>
                <a:latin typeface="Arial"/>
                <a:ea typeface="Arial"/>
                <a:cs typeface="Arial"/>
                <a:sym typeface="Arial"/>
              </a:defRPr>
            </a:lvl3pPr>
            <a:lvl4pPr indent="0" lvl="3" marL="25400" marR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800"/>
              <a:buFont typeface="Arial"/>
              <a:buNone/>
              <a:defRPr b="0" i="0" sz="800" u="none" cap="none" strike="noStrike">
                <a:solidFill>
                  <a:srgbClr val="7E7E7E"/>
                </a:solidFill>
                <a:latin typeface="Arial"/>
                <a:ea typeface="Arial"/>
                <a:cs typeface="Arial"/>
                <a:sym typeface="Arial"/>
              </a:defRPr>
            </a:lvl4pPr>
            <a:lvl5pPr indent="0" lvl="4" marL="25400" marR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800"/>
              <a:buFont typeface="Arial"/>
              <a:buNone/>
              <a:defRPr b="0" i="0" sz="800" u="none" cap="none" strike="noStrike">
                <a:solidFill>
                  <a:srgbClr val="7E7E7E"/>
                </a:solidFill>
                <a:latin typeface="Arial"/>
                <a:ea typeface="Arial"/>
                <a:cs typeface="Arial"/>
                <a:sym typeface="Arial"/>
              </a:defRPr>
            </a:lvl5pPr>
            <a:lvl6pPr indent="0" lvl="5" marL="25400" marR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800"/>
              <a:buFont typeface="Arial"/>
              <a:buNone/>
              <a:defRPr b="0" i="0" sz="800" u="none" cap="none" strike="noStrike">
                <a:solidFill>
                  <a:srgbClr val="7E7E7E"/>
                </a:solidFill>
                <a:latin typeface="Arial"/>
                <a:ea typeface="Arial"/>
                <a:cs typeface="Arial"/>
                <a:sym typeface="Arial"/>
              </a:defRPr>
            </a:lvl6pPr>
            <a:lvl7pPr indent="0" lvl="6" marL="25400" marR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800"/>
              <a:buFont typeface="Arial"/>
              <a:buNone/>
              <a:defRPr b="0" i="0" sz="800" u="none" cap="none" strike="noStrike">
                <a:solidFill>
                  <a:srgbClr val="7E7E7E"/>
                </a:solidFill>
                <a:latin typeface="Arial"/>
                <a:ea typeface="Arial"/>
                <a:cs typeface="Arial"/>
                <a:sym typeface="Arial"/>
              </a:defRPr>
            </a:lvl7pPr>
            <a:lvl8pPr indent="0" lvl="7" marL="25400" marR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800"/>
              <a:buFont typeface="Arial"/>
              <a:buNone/>
              <a:defRPr b="0" i="0" sz="800" u="none" cap="none" strike="noStrike">
                <a:solidFill>
                  <a:srgbClr val="7E7E7E"/>
                </a:solidFill>
                <a:latin typeface="Arial"/>
                <a:ea typeface="Arial"/>
                <a:cs typeface="Arial"/>
                <a:sym typeface="Arial"/>
              </a:defRPr>
            </a:lvl8pPr>
            <a:lvl9pPr indent="0" lvl="8" marL="25400" marR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800"/>
              <a:buFont typeface="Arial"/>
              <a:buNone/>
              <a:defRPr b="0" i="0" sz="800" u="none" cap="none" strike="noStrike">
                <a:solidFill>
                  <a:srgbClr val="7E7E7E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>
            <a:pPr indent="0" lvl="0" marL="2540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"/>
              <a:t>‹#›</a:t>
            </a:fld>
            <a:endParaRPr b="1">
              <a:solidFill>
                <a:srgbClr val="434343"/>
              </a:solidFill>
              <a:latin typeface="Nunito"/>
              <a:ea typeface="Nunito"/>
              <a:cs typeface="Nunito"/>
              <a:sym typeface="Nunito"/>
            </a:endParaRPr>
          </a:p>
        </p:txBody>
      </p:sp>
    </p:spTree>
  </p:cSld>
  <p:clrMapOvr>
    <a:masterClrMapping/>
  </p:clrMapOvr>
</p:sldLayout>
</file>

<file path=ppt/slideLayouts/slideLayout19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Blank 2">
  <p:cSld name="Blank">
    <p:spTree>
      <p:nvGrpSpPr>
        <p:cNvPr id="95" name="Shape 9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6" name="Google Shape;96;p20"/>
          <p:cNvSpPr txBox="1"/>
          <p:nvPr>
            <p:ph idx="11" type="ftr"/>
          </p:nvPr>
        </p:nvSpPr>
        <p:spPr>
          <a:xfrm>
            <a:off x="3108960" y="4783455"/>
            <a:ext cx="2926200" cy="25710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spAutoFit/>
          </a:bodyPr>
          <a:lstStyle>
            <a:lvl1pPr lv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888888"/>
                </a:solidFill>
                <a:latin typeface="Arial"/>
                <a:ea typeface="Arial"/>
                <a:cs typeface="Arial"/>
                <a:sym typeface="Arial"/>
              </a:defRPr>
            </a:lvl1pPr>
            <a:lvl2pPr lvl="1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2pPr>
            <a:lvl3pPr lvl="2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3pPr>
            <a:lvl4pPr lvl="3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4pPr>
            <a:lvl5pPr lvl="4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5pPr>
            <a:lvl6pPr lvl="5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6pPr>
            <a:lvl7pPr lvl="6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7pPr>
            <a:lvl8pPr lvl="7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8pPr>
            <a:lvl9pPr lvl="8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/>
        </p:txBody>
      </p:sp>
      <p:sp>
        <p:nvSpPr>
          <p:cNvPr id="97" name="Google Shape;97;p20"/>
          <p:cNvSpPr txBox="1"/>
          <p:nvPr>
            <p:ph idx="10" type="dt"/>
          </p:nvPr>
        </p:nvSpPr>
        <p:spPr>
          <a:xfrm>
            <a:off x="457200" y="4783455"/>
            <a:ext cx="2103000" cy="25710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spAutoFit/>
          </a:bodyPr>
          <a:lstStyle>
            <a:lvl1pPr lv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888888"/>
                </a:solidFill>
                <a:latin typeface="Arial"/>
                <a:ea typeface="Arial"/>
                <a:cs typeface="Arial"/>
                <a:sym typeface="Arial"/>
              </a:defRPr>
            </a:lvl1pPr>
            <a:lvl2pPr lvl="1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2pPr>
            <a:lvl3pPr lvl="2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3pPr>
            <a:lvl4pPr lvl="3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4pPr>
            <a:lvl5pPr lvl="4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5pPr>
            <a:lvl6pPr lvl="5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6pPr>
            <a:lvl7pPr lvl="6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7pPr>
            <a:lvl8pPr lvl="7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8pPr>
            <a:lvl9pPr lvl="8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/>
        </p:txBody>
      </p:sp>
      <p:sp>
        <p:nvSpPr>
          <p:cNvPr id="98" name="Google Shape;98;p20"/>
          <p:cNvSpPr txBox="1"/>
          <p:nvPr>
            <p:ph idx="12" type="sldNum"/>
          </p:nvPr>
        </p:nvSpPr>
        <p:spPr>
          <a:xfrm>
            <a:off x="50889" y="4980883"/>
            <a:ext cx="216600" cy="12300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spAutoFit/>
          </a:bodyPr>
          <a:lstStyle>
            <a:lvl1pPr indent="0" lvl="0" marL="25400" marR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800"/>
              <a:buFont typeface="Arial"/>
              <a:buNone/>
              <a:defRPr b="0" i="0" sz="800" u="none" cap="none" strike="noStrike">
                <a:solidFill>
                  <a:srgbClr val="7E7E7E"/>
                </a:solidFill>
                <a:latin typeface="Arial"/>
                <a:ea typeface="Arial"/>
                <a:cs typeface="Arial"/>
                <a:sym typeface="Arial"/>
              </a:defRPr>
            </a:lvl1pPr>
            <a:lvl2pPr indent="0" lvl="1" marL="25400" marR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800"/>
              <a:buFont typeface="Arial"/>
              <a:buNone/>
              <a:defRPr b="0" i="0" sz="800" u="none" cap="none" strike="noStrike">
                <a:solidFill>
                  <a:srgbClr val="7E7E7E"/>
                </a:solidFill>
                <a:latin typeface="Arial"/>
                <a:ea typeface="Arial"/>
                <a:cs typeface="Arial"/>
                <a:sym typeface="Arial"/>
              </a:defRPr>
            </a:lvl2pPr>
            <a:lvl3pPr indent="0" lvl="2" marL="25400" marR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800"/>
              <a:buFont typeface="Arial"/>
              <a:buNone/>
              <a:defRPr b="0" i="0" sz="800" u="none" cap="none" strike="noStrike">
                <a:solidFill>
                  <a:srgbClr val="7E7E7E"/>
                </a:solidFill>
                <a:latin typeface="Arial"/>
                <a:ea typeface="Arial"/>
                <a:cs typeface="Arial"/>
                <a:sym typeface="Arial"/>
              </a:defRPr>
            </a:lvl3pPr>
            <a:lvl4pPr indent="0" lvl="3" marL="25400" marR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800"/>
              <a:buFont typeface="Arial"/>
              <a:buNone/>
              <a:defRPr b="0" i="0" sz="800" u="none" cap="none" strike="noStrike">
                <a:solidFill>
                  <a:srgbClr val="7E7E7E"/>
                </a:solidFill>
                <a:latin typeface="Arial"/>
                <a:ea typeface="Arial"/>
                <a:cs typeface="Arial"/>
                <a:sym typeface="Arial"/>
              </a:defRPr>
            </a:lvl4pPr>
            <a:lvl5pPr indent="0" lvl="4" marL="25400" marR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800"/>
              <a:buFont typeface="Arial"/>
              <a:buNone/>
              <a:defRPr b="0" i="0" sz="800" u="none" cap="none" strike="noStrike">
                <a:solidFill>
                  <a:srgbClr val="7E7E7E"/>
                </a:solidFill>
                <a:latin typeface="Arial"/>
                <a:ea typeface="Arial"/>
                <a:cs typeface="Arial"/>
                <a:sym typeface="Arial"/>
              </a:defRPr>
            </a:lvl5pPr>
            <a:lvl6pPr indent="0" lvl="5" marL="25400" marR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800"/>
              <a:buFont typeface="Arial"/>
              <a:buNone/>
              <a:defRPr b="0" i="0" sz="800" u="none" cap="none" strike="noStrike">
                <a:solidFill>
                  <a:srgbClr val="7E7E7E"/>
                </a:solidFill>
                <a:latin typeface="Arial"/>
                <a:ea typeface="Arial"/>
                <a:cs typeface="Arial"/>
                <a:sym typeface="Arial"/>
              </a:defRPr>
            </a:lvl6pPr>
            <a:lvl7pPr indent="0" lvl="6" marL="25400" marR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800"/>
              <a:buFont typeface="Arial"/>
              <a:buNone/>
              <a:defRPr b="0" i="0" sz="800" u="none" cap="none" strike="noStrike">
                <a:solidFill>
                  <a:srgbClr val="7E7E7E"/>
                </a:solidFill>
                <a:latin typeface="Arial"/>
                <a:ea typeface="Arial"/>
                <a:cs typeface="Arial"/>
                <a:sym typeface="Arial"/>
              </a:defRPr>
            </a:lvl7pPr>
            <a:lvl8pPr indent="0" lvl="7" marL="25400" marR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800"/>
              <a:buFont typeface="Arial"/>
              <a:buNone/>
              <a:defRPr b="0" i="0" sz="800" u="none" cap="none" strike="noStrike">
                <a:solidFill>
                  <a:srgbClr val="7E7E7E"/>
                </a:solidFill>
                <a:latin typeface="Arial"/>
                <a:ea typeface="Arial"/>
                <a:cs typeface="Arial"/>
                <a:sym typeface="Arial"/>
              </a:defRPr>
            </a:lvl8pPr>
            <a:lvl9pPr indent="0" lvl="8" marL="25400" marR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800"/>
              <a:buFont typeface="Arial"/>
              <a:buNone/>
              <a:defRPr b="0" i="0" sz="800" u="none" cap="none" strike="noStrike">
                <a:solidFill>
                  <a:srgbClr val="7E7E7E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>
            <a:pPr indent="0" lvl="0" marL="2540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"/>
              <a:t>‹#›</a:t>
            </a:fld>
            <a:endParaRPr b="1">
              <a:solidFill>
                <a:srgbClr val="434343"/>
              </a:solidFill>
              <a:latin typeface="Nunito"/>
              <a:ea typeface="Nunito"/>
              <a:cs typeface="Nunito"/>
              <a:sym typeface="Nunito"/>
            </a:endParaRPr>
          </a:p>
        </p:txBody>
      </p:sp>
    </p:spTree>
  </p:cSld>
  <p:clrMapOvr>
    <a:masterClrMapping/>
  </p:clrMapOvr>
</p:sldLayout>
</file>

<file path=ppt/slideLayouts/slideLayout20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Two Content">
  <p:cSld name="Two Content">
    <p:spTree>
      <p:nvGrpSpPr>
        <p:cNvPr id="99" name="Shape 9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0" name="Google Shape;100;p21"/>
          <p:cNvSpPr txBox="1"/>
          <p:nvPr>
            <p:ph type="title"/>
          </p:nvPr>
        </p:nvSpPr>
        <p:spPr>
          <a:xfrm>
            <a:off x="3368992" y="2453440"/>
            <a:ext cx="2406000" cy="22470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sp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200"/>
              <a:buNone/>
              <a:defRPr b="1" i="0" sz="14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1pPr>
            <a:lvl2pPr lvl="1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500"/>
              <a:buNone/>
              <a:defRPr/>
            </a:lvl2pPr>
            <a:lvl3pPr lvl="2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500"/>
              <a:buNone/>
              <a:defRPr/>
            </a:lvl3pPr>
            <a:lvl4pPr lvl="3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500"/>
              <a:buNone/>
              <a:defRPr/>
            </a:lvl4pPr>
            <a:lvl5pPr lvl="4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500"/>
              <a:buNone/>
              <a:defRPr/>
            </a:lvl5pPr>
            <a:lvl6pPr lvl="5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500"/>
              <a:buNone/>
              <a:defRPr/>
            </a:lvl6pPr>
            <a:lvl7pPr lvl="6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500"/>
              <a:buNone/>
              <a:defRPr/>
            </a:lvl7pPr>
            <a:lvl8pPr lvl="7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500"/>
              <a:buNone/>
              <a:defRPr/>
            </a:lvl8pPr>
            <a:lvl9pPr lvl="8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500"/>
              <a:buNone/>
              <a:defRPr/>
            </a:lvl9pPr>
          </a:lstStyle>
          <a:p/>
        </p:txBody>
      </p:sp>
      <p:sp>
        <p:nvSpPr>
          <p:cNvPr id="101" name="Google Shape;101;p21"/>
          <p:cNvSpPr txBox="1"/>
          <p:nvPr>
            <p:ph idx="1" type="body"/>
          </p:nvPr>
        </p:nvSpPr>
        <p:spPr>
          <a:xfrm>
            <a:off x="457200" y="1183005"/>
            <a:ext cx="3977700" cy="339480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spAutoFit/>
          </a:bodyPr>
          <a:lstStyle>
            <a:lvl1pPr indent="-228600" lvl="0" marL="4572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500"/>
              <a:buNone/>
              <a:defRPr/>
            </a:lvl1pPr>
            <a:lvl2pPr indent="-228600" lvl="1" marL="9144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300"/>
              <a:buNone/>
              <a:defRPr/>
            </a:lvl2pPr>
            <a:lvl3pPr indent="-228600" lvl="2" marL="1371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None/>
              <a:defRPr/>
            </a:lvl3pPr>
            <a:lvl4pPr indent="-228600" lvl="3" marL="18288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100"/>
              <a:buNone/>
              <a:defRPr/>
            </a:lvl4pPr>
            <a:lvl5pPr indent="-228600" lvl="4" marL="22860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000"/>
              <a:buNone/>
              <a:defRPr/>
            </a:lvl5pPr>
            <a:lvl6pPr indent="-228600" lvl="5" marL="27432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900"/>
              <a:buNone/>
              <a:defRPr/>
            </a:lvl6pPr>
            <a:lvl7pPr indent="-228600" lvl="6" marL="32004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800"/>
              <a:buNone/>
              <a:defRPr/>
            </a:lvl7pPr>
            <a:lvl8pPr indent="-228600" lvl="7" marL="3657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700"/>
              <a:buNone/>
              <a:defRPr/>
            </a:lvl8pPr>
            <a:lvl9pPr indent="-228600" lvl="8" marL="4114800" algn="l">
              <a:lnSpc>
                <a:spcPct val="115000"/>
              </a:lnSpc>
              <a:spcBef>
                <a:spcPts val="1600"/>
              </a:spcBef>
              <a:spcAft>
                <a:spcPts val="1600"/>
              </a:spcAft>
              <a:buSzPts val="600"/>
              <a:buNone/>
              <a:defRPr/>
            </a:lvl9pPr>
          </a:lstStyle>
          <a:p/>
        </p:txBody>
      </p:sp>
      <p:sp>
        <p:nvSpPr>
          <p:cNvPr id="102" name="Google Shape;102;p21"/>
          <p:cNvSpPr txBox="1"/>
          <p:nvPr>
            <p:ph idx="2" type="body"/>
          </p:nvPr>
        </p:nvSpPr>
        <p:spPr>
          <a:xfrm>
            <a:off x="4709160" y="1183005"/>
            <a:ext cx="3977700" cy="339480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spAutoFit/>
          </a:bodyPr>
          <a:lstStyle>
            <a:lvl1pPr indent="-228600" lvl="0" marL="4572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500"/>
              <a:buNone/>
              <a:defRPr/>
            </a:lvl1pPr>
            <a:lvl2pPr indent="-228600" lvl="1" marL="9144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300"/>
              <a:buNone/>
              <a:defRPr/>
            </a:lvl2pPr>
            <a:lvl3pPr indent="-228600" lvl="2" marL="1371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None/>
              <a:defRPr/>
            </a:lvl3pPr>
            <a:lvl4pPr indent="-228600" lvl="3" marL="18288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100"/>
              <a:buNone/>
              <a:defRPr/>
            </a:lvl4pPr>
            <a:lvl5pPr indent="-228600" lvl="4" marL="22860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000"/>
              <a:buNone/>
              <a:defRPr/>
            </a:lvl5pPr>
            <a:lvl6pPr indent="-228600" lvl="5" marL="27432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900"/>
              <a:buNone/>
              <a:defRPr/>
            </a:lvl6pPr>
            <a:lvl7pPr indent="-228600" lvl="6" marL="32004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800"/>
              <a:buNone/>
              <a:defRPr/>
            </a:lvl7pPr>
            <a:lvl8pPr indent="-228600" lvl="7" marL="3657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700"/>
              <a:buNone/>
              <a:defRPr/>
            </a:lvl8pPr>
            <a:lvl9pPr indent="-228600" lvl="8" marL="4114800" algn="l">
              <a:lnSpc>
                <a:spcPct val="115000"/>
              </a:lnSpc>
              <a:spcBef>
                <a:spcPts val="1600"/>
              </a:spcBef>
              <a:spcAft>
                <a:spcPts val="1600"/>
              </a:spcAft>
              <a:buSzPts val="600"/>
              <a:buNone/>
              <a:defRPr/>
            </a:lvl9pPr>
          </a:lstStyle>
          <a:p/>
        </p:txBody>
      </p:sp>
      <p:sp>
        <p:nvSpPr>
          <p:cNvPr id="103" name="Google Shape;103;p21"/>
          <p:cNvSpPr txBox="1"/>
          <p:nvPr>
            <p:ph idx="11" type="ftr"/>
          </p:nvPr>
        </p:nvSpPr>
        <p:spPr>
          <a:xfrm>
            <a:off x="3108960" y="4783455"/>
            <a:ext cx="2926200" cy="25710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spAutoFit/>
          </a:bodyPr>
          <a:lstStyle>
            <a:lvl1pPr lv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888888"/>
                </a:solidFill>
                <a:latin typeface="Arial"/>
                <a:ea typeface="Arial"/>
                <a:cs typeface="Arial"/>
                <a:sym typeface="Arial"/>
              </a:defRPr>
            </a:lvl1pPr>
            <a:lvl2pPr lvl="1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2pPr>
            <a:lvl3pPr lvl="2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3pPr>
            <a:lvl4pPr lvl="3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4pPr>
            <a:lvl5pPr lvl="4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5pPr>
            <a:lvl6pPr lvl="5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6pPr>
            <a:lvl7pPr lvl="6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7pPr>
            <a:lvl8pPr lvl="7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8pPr>
            <a:lvl9pPr lvl="8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/>
        </p:txBody>
      </p:sp>
      <p:sp>
        <p:nvSpPr>
          <p:cNvPr id="104" name="Google Shape;104;p21"/>
          <p:cNvSpPr txBox="1"/>
          <p:nvPr>
            <p:ph idx="10" type="dt"/>
          </p:nvPr>
        </p:nvSpPr>
        <p:spPr>
          <a:xfrm>
            <a:off x="457200" y="4783455"/>
            <a:ext cx="2103000" cy="25710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spAutoFit/>
          </a:bodyPr>
          <a:lstStyle>
            <a:lvl1pPr lv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888888"/>
                </a:solidFill>
                <a:latin typeface="Arial"/>
                <a:ea typeface="Arial"/>
                <a:cs typeface="Arial"/>
                <a:sym typeface="Arial"/>
              </a:defRPr>
            </a:lvl1pPr>
            <a:lvl2pPr lvl="1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2pPr>
            <a:lvl3pPr lvl="2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3pPr>
            <a:lvl4pPr lvl="3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4pPr>
            <a:lvl5pPr lvl="4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5pPr>
            <a:lvl6pPr lvl="5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6pPr>
            <a:lvl7pPr lvl="6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7pPr>
            <a:lvl8pPr lvl="7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8pPr>
            <a:lvl9pPr lvl="8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/>
        </p:txBody>
      </p:sp>
      <p:sp>
        <p:nvSpPr>
          <p:cNvPr id="105" name="Google Shape;105;p21"/>
          <p:cNvSpPr txBox="1"/>
          <p:nvPr>
            <p:ph idx="12" type="sldNum"/>
          </p:nvPr>
        </p:nvSpPr>
        <p:spPr>
          <a:xfrm>
            <a:off x="50889" y="4980883"/>
            <a:ext cx="216600" cy="12300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spAutoFit/>
          </a:bodyPr>
          <a:lstStyle>
            <a:lvl1pPr indent="0" lvl="0" marL="25400" marR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800"/>
              <a:buFont typeface="Arial"/>
              <a:buNone/>
              <a:defRPr b="0" i="0" sz="800" u="none" cap="none" strike="noStrike">
                <a:solidFill>
                  <a:srgbClr val="7E7E7E"/>
                </a:solidFill>
                <a:latin typeface="Arial"/>
                <a:ea typeface="Arial"/>
                <a:cs typeface="Arial"/>
                <a:sym typeface="Arial"/>
              </a:defRPr>
            </a:lvl1pPr>
            <a:lvl2pPr indent="0" lvl="1" marL="25400" marR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800"/>
              <a:buFont typeface="Arial"/>
              <a:buNone/>
              <a:defRPr b="0" i="0" sz="800" u="none" cap="none" strike="noStrike">
                <a:solidFill>
                  <a:srgbClr val="7E7E7E"/>
                </a:solidFill>
                <a:latin typeface="Arial"/>
                <a:ea typeface="Arial"/>
                <a:cs typeface="Arial"/>
                <a:sym typeface="Arial"/>
              </a:defRPr>
            </a:lvl2pPr>
            <a:lvl3pPr indent="0" lvl="2" marL="25400" marR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800"/>
              <a:buFont typeface="Arial"/>
              <a:buNone/>
              <a:defRPr b="0" i="0" sz="800" u="none" cap="none" strike="noStrike">
                <a:solidFill>
                  <a:srgbClr val="7E7E7E"/>
                </a:solidFill>
                <a:latin typeface="Arial"/>
                <a:ea typeface="Arial"/>
                <a:cs typeface="Arial"/>
                <a:sym typeface="Arial"/>
              </a:defRPr>
            </a:lvl3pPr>
            <a:lvl4pPr indent="0" lvl="3" marL="25400" marR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800"/>
              <a:buFont typeface="Arial"/>
              <a:buNone/>
              <a:defRPr b="0" i="0" sz="800" u="none" cap="none" strike="noStrike">
                <a:solidFill>
                  <a:srgbClr val="7E7E7E"/>
                </a:solidFill>
                <a:latin typeface="Arial"/>
                <a:ea typeface="Arial"/>
                <a:cs typeface="Arial"/>
                <a:sym typeface="Arial"/>
              </a:defRPr>
            </a:lvl4pPr>
            <a:lvl5pPr indent="0" lvl="4" marL="25400" marR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800"/>
              <a:buFont typeface="Arial"/>
              <a:buNone/>
              <a:defRPr b="0" i="0" sz="800" u="none" cap="none" strike="noStrike">
                <a:solidFill>
                  <a:srgbClr val="7E7E7E"/>
                </a:solidFill>
                <a:latin typeface="Arial"/>
                <a:ea typeface="Arial"/>
                <a:cs typeface="Arial"/>
                <a:sym typeface="Arial"/>
              </a:defRPr>
            </a:lvl5pPr>
            <a:lvl6pPr indent="0" lvl="5" marL="25400" marR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800"/>
              <a:buFont typeface="Arial"/>
              <a:buNone/>
              <a:defRPr b="0" i="0" sz="800" u="none" cap="none" strike="noStrike">
                <a:solidFill>
                  <a:srgbClr val="7E7E7E"/>
                </a:solidFill>
                <a:latin typeface="Arial"/>
                <a:ea typeface="Arial"/>
                <a:cs typeface="Arial"/>
                <a:sym typeface="Arial"/>
              </a:defRPr>
            </a:lvl6pPr>
            <a:lvl7pPr indent="0" lvl="6" marL="25400" marR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800"/>
              <a:buFont typeface="Arial"/>
              <a:buNone/>
              <a:defRPr b="0" i="0" sz="800" u="none" cap="none" strike="noStrike">
                <a:solidFill>
                  <a:srgbClr val="7E7E7E"/>
                </a:solidFill>
                <a:latin typeface="Arial"/>
                <a:ea typeface="Arial"/>
                <a:cs typeface="Arial"/>
                <a:sym typeface="Arial"/>
              </a:defRPr>
            </a:lvl7pPr>
            <a:lvl8pPr indent="0" lvl="7" marL="25400" marR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800"/>
              <a:buFont typeface="Arial"/>
              <a:buNone/>
              <a:defRPr b="0" i="0" sz="800" u="none" cap="none" strike="noStrike">
                <a:solidFill>
                  <a:srgbClr val="7E7E7E"/>
                </a:solidFill>
                <a:latin typeface="Arial"/>
                <a:ea typeface="Arial"/>
                <a:cs typeface="Arial"/>
                <a:sym typeface="Arial"/>
              </a:defRPr>
            </a:lvl8pPr>
            <a:lvl9pPr indent="0" lvl="8" marL="25400" marR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800"/>
              <a:buFont typeface="Arial"/>
              <a:buNone/>
              <a:defRPr b="0" i="0" sz="800" u="none" cap="none" strike="noStrike">
                <a:solidFill>
                  <a:srgbClr val="7E7E7E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>
            <a:pPr indent="0" lvl="0" marL="2540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"/>
              <a:t>‹#›</a:t>
            </a:fld>
            <a:endParaRPr b="1">
              <a:solidFill>
                <a:srgbClr val="434343"/>
              </a:solidFill>
              <a:latin typeface="Nunito"/>
              <a:ea typeface="Nunito"/>
              <a:cs typeface="Nunito"/>
              <a:sym typeface="Nunito"/>
            </a:endParaRPr>
          </a:p>
        </p:txBody>
      </p:sp>
    </p:spTree>
  </p:cSld>
  <p:clrMapOvr>
    <a:masterClrMapping/>
  </p:clrMapOvr>
</p:sldLayout>
</file>

<file path=ppt/slideLayouts/slideLayout2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Title Only 1 1">
  <p:cSld name="OBJECT_1_1">
    <p:spTree>
      <p:nvGrpSpPr>
        <p:cNvPr id="106" name="Shape 10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7" name="Google Shape;107;p22"/>
          <p:cNvSpPr txBox="1"/>
          <p:nvPr>
            <p:ph type="title"/>
          </p:nvPr>
        </p:nvSpPr>
        <p:spPr>
          <a:xfrm>
            <a:off x="2936867" y="2199322"/>
            <a:ext cx="3275400" cy="67350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sp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200"/>
              <a:buNone/>
              <a:defRPr b="1" i="0" sz="4300">
                <a:solidFill>
                  <a:schemeClr val="accent2"/>
                </a:solidFill>
                <a:latin typeface="Arial"/>
                <a:ea typeface="Arial"/>
                <a:cs typeface="Arial"/>
                <a:sym typeface="Arial"/>
              </a:defRPr>
            </a:lvl1pPr>
            <a:lvl2pPr lvl="1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500"/>
              <a:buNone/>
              <a:defRPr/>
            </a:lvl2pPr>
            <a:lvl3pPr lvl="2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500"/>
              <a:buNone/>
              <a:defRPr/>
            </a:lvl3pPr>
            <a:lvl4pPr lvl="3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500"/>
              <a:buNone/>
              <a:defRPr/>
            </a:lvl4pPr>
            <a:lvl5pPr lvl="4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500"/>
              <a:buNone/>
              <a:defRPr/>
            </a:lvl5pPr>
            <a:lvl6pPr lvl="5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500"/>
              <a:buNone/>
              <a:defRPr/>
            </a:lvl6pPr>
            <a:lvl7pPr lvl="6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500"/>
              <a:buNone/>
              <a:defRPr/>
            </a:lvl7pPr>
            <a:lvl8pPr lvl="7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500"/>
              <a:buNone/>
              <a:defRPr/>
            </a:lvl8pPr>
            <a:lvl9pPr lvl="8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500"/>
              <a:buNone/>
              <a:defRPr/>
            </a:lvl9pPr>
          </a:lstStyle>
          <a:p/>
        </p:txBody>
      </p:sp>
      <p:sp>
        <p:nvSpPr>
          <p:cNvPr id="108" name="Google Shape;108;p22"/>
          <p:cNvSpPr txBox="1"/>
          <p:nvPr>
            <p:ph idx="11" type="ftr"/>
          </p:nvPr>
        </p:nvSpPr>
        <p:spPr>
          <a:xfrm>
            <a:off x="708292" y="4920311"/>
            <a:ext cx="6447300" cy="17880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spAutoFit/>
          </a:bodyPr>
          <a:lstStyle>
            <a:lvl1pPr lv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1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1pPr>
            <a:lvl2pPr lvl="1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2pPr>
            <a:lvl3pPr lvl="2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3pPr>
            <a:lvl4pPr lvl="3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4pPr>
            <a:lvl5pPr lvl="4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5pPr>
            <a:lvl6pPr lvl="5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6pPr>
            <a:lvl7pPr lvl="6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7pPr>
            <a:lvl8pPr lvl="7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8pPr>
            <a:lvl9pPr lvl="8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/>
        </p:txBody>
      </p:sp>
      <p:sp>
        <p:nvSpPr>
          <p:cNvPr id="109" name="Google Shape;109;p22"/>
          <p:cNvSpPr txBox="1"/>
          <p:nvPr>
            <p:ph idx="10" type="dt"/>
          </p:nvPr>
        </p:nvSpPr>
        <p:spPr>
          <a:xfrm>
            <a:off x="457452" y="4783454"/>
            <a:ext cx="2104200" cy="25710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spAutoFit/>
          </a:bodyPr>
          <a:lstStyle>
            <a:lvl1pPr lv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888888"/>
                </a:solidFill>
                <a:latin typeface="Arial"/>
                <a:ea typeface="Arial"/>
                <a:cs typeface="Arial"/>
                <a:sym typeface="Arial"/>
              </a:defRPr>
            </a:lvl1pPr>
            <a:lvl2pPr lvl="1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2pPr>
            <a:lvl3pPr lvl="2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3pPr>
            <a:lvl4pPr lvl="3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4pPr>
            <a:lvl5pPr lvl="4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5pPr>
            <a:lvl6pPr lvl="5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6pPr>
            <a:lvl7pPr lvl="6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7pPr>
            <a:lvl8pPr lvl="7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8pPr>
            <a:lvl9pPr lvl="8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/>
        </p:txBody>
      </p:sp>
      <p:sp>
        <p:nvSpPr>
          <p:cNvPr id="110" name="Google Shape;110;p22"/>
          <p:cNvSpPr txBox="1"/>
          <p:nvPr>
            <p:ph idx="12" type="sldNum"/>
          </p:nvPr>
        </p:nvSpPr>
        <p:spPr>
          <a:xfrm>
            <a:off x="7529030" y="4838548"/>
            <a:ext cx="188400" cy="16920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spAutoFit/>
          </a:bodyPr>
          <a:lstStyle>
            <a:lvl1pPr indent="0" lvl="0" marL="25400" marR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100" u="none" cap="none" strike="noStrike">
                <a:solidFill>
                  <a:srgbClr val="585858"/>
                </a:solidFill>
                <a:latin typeface="Arial"/>
                <a:ea typeface="Arial"/>
                <a:cs typeface="Arial"/>
                <a:sym typeface="Arial"/>
              </a:defRPr>
            </a:lvl1pPr>
            <a:lvl2pPr indent="0" lvl="1" marL="25400" marR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100" u="none" cap="none" strike="noStrike">
                <a:solidFill>
                  <a:srgbClr val="585858"/>
                </a:solidFill>
                <a:latin typeface="Arial"/>
                <a:ea typeface="Arial"/>
                <a:cs typeface="Arial"/>
                <a:sym typeface="Arial"/>
              </a:defRPr>
            </a:lvl2pPr>
            <a:lvl3pPr indent="0" lvl="2" marL="25400" marR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100" u="none" cap="none" strike="noStrike">
                <a:solidFill>
                  <a:srgbClr val="585858"/>
                </a:solidFill>
                <a:latin typeface="Arial"/>
                <a:ea typeface="Arial"/>
                <a:cs typeface="Arial"/>
                <a:sym typeface="Arial"/>
              </a:defRPr>
            </a:lvl3pPr>
            <a:lvl4pPr indent="0" lvl="3" marL="25400" marR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100" u="none" cap="none" strike="noStrike">
                <a:solidFill>
                  <a:srgbClr val="585858"/>
                </a:solidFill>
                <a:latin typeface="Arial"/>
                <a:ea typeface="Arial"/>
                <a:cs typeface="Arial"/>
                <a:sym typeface="Arial"/>
              </a:defRPr>
            </a:lvl4pPr>
            <a:lvl5pPr indent="0" lvl="4" marL="25400" marR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100" u="none" cap="none" strike="noStrike">
                <a:solidFill>
                  <a:srgbClr val="585858"/>
                </a:solidFill>
                <a:latin typeface="Arial"/>
                <a:ea typeface="Arial"/>
                <a:cs typeface="Arial"/>
                <a:sym typeface="Arial"/>
              </a:defRPr>
            </a:lvl5pPr>
            <a:lvl6pPr indent="0" lvl="5" marL="25400" marR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100" u="none" cap="none" strike="noStrike">
                <a:solidFill>
                  <a:srgbClr val="585858"/>
                </a:solidFill>
                <a:latin typeface="Arial"/>
                <a:ea typeface="Arial"/>
                <a:cs typeface="Arial"/>
                <a:sym typeface="Arial"/>
              </a:defRPr>
            </a:lvl6pPr>
            <a:lvl7pPr indent="0" lvl="6" marL="25400" marR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100" u="none" cap="none" strike="noStrike">
                <a:solidFill>
                  <a:srgbClr val="585858"/>
                </a:solidFill>
                <a:latin typeface="Arial"/>
                <a:ea typeface="Arial"/>
                <a:cs typeface="Arial"/>
                <a:sym typeface="Arial"/>
              </a:defRPr>
            </a:lvl7pPr>
            <a:lvl8pPr indent="0" lvl="7" marL="25400" marR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100" u="none" cap="none" strike="noStrike">
                <a:solidFill>
                  <a:srgbClr val="585858"/>
                </a:solidFill>
                <a:latin typeface="Arial"/>
                <a:ea typeface="Arial"/>
                <a:cs typeface="Arial"/>
                <a:sym typeface="Arial"/>
              </a:defRPr>
            </a:lvl8pPr>
            <a:lvl9pPr indent="0" lvl="8" marL="25400" marR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100" u="none" cap="none" strike="noStrike">
                <a:solidFill>
                  <a:srgbClr val="585858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>
            <a:pPr indent="0" lvl="0" marL="2540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"/>
              <a:t>‹#›</a:t>
            </a:fld>
            <a:endParaRPr b="1" sz="800">
              <a:solidFill>
                <a:srgbClr val="434343"/>
              </a:solidFill>
              <a:latin typeface="Nunito"/>
              <a:ea typeface="Nunito"/>
              <a:cs typeface="Nunito"/>
              <a:sym typeface="Nunito"/>
            </a:endParaRPr>
          </a:p>
        </p:txBody>
      </p:sp>
    </p:spTree>
  </p:cSld>
  <p:clrMapOvr>
    <a:masterClrMapping/>
  </p:clrMapOvr>
</p:sldLayout>
</file>

<file path=ppt/slideLayouts/slideLayout22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Blank Slide ">
  <p:cSld name="TITLE_AND_BODY_1">
    <p:spTree>
      <p:nvGrpSpPr>
        <p:cNvPr id="111" name="Shape 111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Layouts/slideLayout23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Blank 2 1">
  <p:cSld name="Blank 2">
    <p:spTree>
      <p:nvGrpSpPr>
        <p:cNvPr id="112" name="Shape 11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3" name="Google Shape;113;p24"/>
          <p:cNvSpPr/>
          <p:nvPr/>
        </p:nvSpPr>
        <p:spPr>
          <a:xfrm>
            <a:off x="0" y="0"/>
            <a:ext cx="9144000" cy="5143500"/>
          </a:xfrm>
          <a:prstGeom prst="rect">
            <a:avLst/>
          </a:prstGeom>
          <a:solidFill>
            <a:schemeClr val="lt1"/>
          </a:solidFill>
          <a:ln cap="flat" cmpd="sng" w="12700">
            <a:solidFill>
              <a:schemeClr val="lt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34275" lIns="68575" spcFirstLastPara="1" rIns="68575" wrap="square" tIns="34275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r>
              <a:t/>
            </a:r>
            <a:endParaRPr b="0" i="0" sz="1400" u="none" cap="none" strike="noStrike">
              <a:solidFill>
                <a:schemeClr val="lt1"/>
              </a:solidFill>
              <a:latin typeface="Century Gothic"/>
              <a:ea typeface="Century Gothic"/>
              <a:cs typeface="Century Gothic"/>
              <a:sym typeface="Century Gothic"/>
            </a:endParaRPr>
          </a:p>
        </p:txBody>
      </p:sp>
    </p:spTree>
  </p:cSld>
  <p:clrMapOvr>
    <a:masterClrMapping/>
  </p:clrMapOvr>
</p:sldLayout>
</file>

<file path=ppt/slideLayouts/slideLayout24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Blank 1">
  <p:cSld name="BLANK_1">
    <p:spTree>
      <p:nvGrpSpPr>
        <p:cNvPr id="123" name="Shape 12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4" name="Google Shape;124;p26"/>
          <p:cNvSpPr/>
          <p:nvPr/>
        </p:nvSpPr>
        <p:spPr>
          <a:xfrm>
            <a:off x="1" y="-335"/>
            <a:ext cx="9144600" cy="5143800"/>
          </a:xfrm>
          <a:prstGeom prst="rect">
            <a:avLst/>
          </a:prstGeom>
          <a:solidFill>
            <a:srgbClr val="0E39A9"/>
          </a:solidFill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r>
              <a:t/>
            </a:r>
            <a:endParaRPr b="0" i="0" sz="14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pic>
        <p:nvPicPr>
          <p:cNvPr descr="A close up of a logo&#10;&#10;Description automatically generated" id="125" name="Google Shape;125;p26"/>
          <p:cNvPicPr preferRelativeResize="0"/>
          <p:nvPr/>
        </p:nvPicPr>
        <p:blipFill rotWithShape="1">
          <a:blip r:embed="rId2">
            <a:alphaModFix/>
          </a:blip>
          <a:srcRect b="19147" l="42816" r="37294" t="18360"/>
          <a:stretch/>
        </p:blipFill>
        <p:spPr>
          <a:xfrm>
            <a:off x="6052536" y="514443"/>
            <a:ext cx="2095112" cy="3703320"/>
          </a:xfrm>
          <a:prstGeom prst="rect">
            <a:avLst/>
          </a:prstGeom>
          <a:noFill/>
          <a:ln>
            <a:noFill/>
          </a:ln>
        </p:spPr>
      </p:pic>
      <p:sp>
        <p:nvSpPr>
          <p:cNvPr id="126" name="Google Shape;126;p26"/>
          <p:cNvSpPr txBox="1"/>
          <p:nvPr>
            <p:ph type="title"/>
          </p:nvPr>
        </p:nvSpPr>
        <p:spPr>
          <a:xfrm>
            <a:off x="70129" y="6703219"/>
            <a:ext cx="15008700" cy="69780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12850">
            <a:noAutofit/>
          </a:bodyPr>
          <a:lstStyle>
            <a:lvl1pPr lvl="0" marR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200"/>
              <a:buNone/>
              <a:defRPr b="0" i="0" sz="2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1pPr>
            <a:lvl2pPr lvl="1" marR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500"/>
              <a:buNone/>
              <a:defRPr b="0" i="0" sz="11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2pPr>
            <a:lvl3pPr lvl="2" marR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500"/>
              <a:buNone/>
              <a:defRPr b="0" i="0" sz="11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3pPr>
            <a:lvl4pPr lvl="3" marR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500"/>
              <a:buNone/>
              <a:defRPr b="0" i="0" sz="11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4pPr>
            <a:lvl5pPr lvl="4" marR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500"/>
              <a:buNone/>
              <a:defRPr b="0" i="0" sz="11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5pPr>
            <a:lvl6pPr lvl="5" marR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500"/>
              <a:buNone/>
              <a:defRPr b="0" i="0" sz="11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6pPr>
            <a:lvl7pPr lvl="6" marR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500"/>
              <a:buNone/>
              <a:defRPr b="0" i="0" sz="11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7pPr>
            <a:lvl8pPr lvl="7" marR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500"/>
              <a:buNone/>
              <a:defRPr b="0" i="0" sz="11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8pPr>
            <a:lvl9pPr lvl="8" marR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500"/>
              <a:buNone/>
              <a:defRPr b="0" i="0" sz="11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/>
        </p:txBody>
      </p:sp>
      <p:sp>
        <p:nvSpPr>
          <p:cNvPr id="127" name="Google Shape;127;p26"/>
          <p:cNvSpPr txBox="1"/>
          <p:nvPr/>
        </p:nvSpPr>
        <p:spPr>
          <a:xfrm>
            <a:off x="334565" y="1676232"/>
            <a:ext cx="4372800" cy="1790700"/>
          </a:xfrm>
          <a:prstGeom prst="rect">
            <a:avLst/>
          </a:prstGeom>
          <a:noFill/>
          <a:ln>
            <a:noFill/>
          </a:ln>
        </p:spPr>
        <p:txBody>
          <a:bodyPr anchorCtr="0" anchor="ctr" bIns="34275" lIns="68575" spcFirstLastPara="1" rIns="68575" wrap="square" tIns="34275">
            <a:noAutofit/>
          </a:bodyPr>
          <a:lstStyle/>
          <a:p>
            <a:pPr indent="0" lvl="0" marL="0" marR="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4500"/>
              <a:buFont typeface="Calibri"/>
              <a:buNone/>
            </a:pPr>
            <a:r>
              <a:rPr b="0" i="0" lang="en" sz="3300" u="none" cap="none" strike="noStrike">
                <a:solidFill>
                  <a:schemeClr val="lt1"/>
                </a:solidFill>
                <a:latin typeface="Nunito ExtraBold"/>
                <a:ea typeface="Nunito ExtraBold"/>
                <a:cs typeface="Nunito ExtraBold"/>
                <a:sym typeface="Nunito ExtraBold"/>
              </a:rPr>
              <a:t>Power Ahead!</a:t>
            </a:r>
            <a:endParaRPr b="0" i="0" sz="3300" u="none" cap="none" strike="noStrike">
              <a:solidFill>
                <a:schemeClr val="lt1"/>
              </a:solidFill>
              <a:latin typeface="Nunito ExtraBold"/>
              <a:ea typeface="Nunito ExtraBold"/>
              <a:cs typeface="Nunito ExtraBold"/>
              <a:sym typeface="Nunito ExtraBold"/>
            </a:endParaRPr>
          </a:p>
        </p:txBody>
      </p:sp>
      <p:pic>
        <p:nvPicPr>
          <p:cNvPr id="128" name="Google Shape;128;p26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421875" y="769949"/>
            <a:ext cx="3071452" cy="1261275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Layout>
</file>

<file path=ppt/slideLayouts/slideLayout25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Title slide" type="title">
  <p:cSld name="TITLE">
    <p:spTree>
      <p:nvGrpSpPr>
        <p:cNvPr id="129" name="Shape 12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0" name="Google Shape;130;p27"/>
          <p:cNvSpPr txBox="1"/>
          <p:nvPr>
            <p:ph type="ctrTitle"/>
          </p:nvPr>
        </p:nvSpPr>
        <p:spPr>
          <a:xfrm>
            <a:off x="1260908" y="717750"/>
            <a:ext cx="6622200" cy="2052600"/>
          </a:xfrm>
          <a:prstGeom prst="rect">
            <a:avLst/>
          </a:prstGeom>
          <a:noFill/>
          <a:ln>
            <a:noFill/>
          </a:ln>
        </p:spPr>
        <p:txBody>
          <a:bodyPr anchorCtr="0" anchor="b" bIns="91425" lIns="91425" spcFirstLastPara="1" rIns="91425" wrap="square" tIns="91425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E39A9"/>
              </a:buClr>
              <a:buSzPts val="4800"/>
              <a:buFont typeface="Nunito"/>
              <a:buNone/>
              <a:defRPr sz="4800">
                <a:solidFill>
                  <a:srgbClr val="0E39A9"/>
                </a:solidFill>
                <a:latin typeface="Nunito"/>
                <a:ea typeface="Nunito"/>
                <a:cs typeface="Nunito"/>
                <a:sym typeface="Nunito"/>
              </a:defRPr>
            </a:lvl1pPr>
            <a:lvl2pPr lvl="1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E39A9"/>
              </a:buClr>
              <a:buSzPts val="4800"/>
              <a:buFont typeface="Nunito"/>
              <a:buNone/>
              <a:defRPr sz="4800">
                <a:solidFill>
                  <a:srgbClr val="0E39A9"/>
                </a:solidFill>
                <a:latin typeface="Nunito"/>
                <a:ea typeface="Nunito"/>
                <a:cs typeface="Nunito"/>
                <a:sym typeface="Nunito"/>
              </a:defRPr>
            </a:lvl2pPr>
            <a:lvl3pPr lvl="2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E39A9"/>
              </a:buClr>
              <a:buSzPts val="4800"/>
              <a:buFont typeface="Nunito"/>
              <a:buNone/>
              <a:defRPr sz="4800">
                <a:solidFill>
                  <a:srgbClr val="0E39A9"/>
                </a:solidFill>
                <a:latin typeface="Nunito"/>
                <a:ea typeface="Nunito"/>
                <a:cs typeface="Nunito"/>
                <a:sym typeface="Nunito"/>
              </a:defRPr>
            </a:lvl3pPr>
            <a:lvl4pPr lvl="3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E39A9"/>
              </a:buClr>
              <a:buSzPts val="4800"/>
              <a:buFont typeface="Nunito"/>
              <a:buNone/>
              <a:defRPr sz="4800">
                <a:solidFill>
                  <a:srgbClr val="0E39A9"/>
                </a:solidFill>
                <a:latin typeface="Nunito"/>
                <a:ea typeface="Nunito"/>
                <a:cs typeface="Nunito"/>
                <a:sym typeface="Nunito"/>
              </a:defRPr>
            </a:lvl4pPr>
            <a:lvl5pPr lvl="4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E39A9"/>
              </a:buClr>
              <a:buSzPts val="4800"/>
              <a:buFont typeface="Nunito"/>
              <a:buNone/>
              <a:defRPr sz="4800">
                <a:solidFill>
                  <a:srgbClr val="0E39A9"/>
                </a:solidFill>
                <a:latin typeface="Nunito"/>
                <a:ea typeface="Nunito"/>
                <a:cs typeface="Nunito"/>
                <a:sym typeface="Nunito"/>
              </a:defRPr>
            </a:lvl5pPr>
            <a:lvl6pPr lvl="5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E39A9"/>
              </a:buClr>
              <a:buSzPts val="4800"/>
              <a:buFont typeface="Nunito"/>
              <a:buNone/>
              <a:defRPr sz="4800">
                <a:solidFill>
                  <a:srgbClr val="0E39A9"/>
                </a:solidFill>
                <a:latin typeface="Nunito"/>
                <a:ea typeface="Nunito"/>
                <a:cs typeface="Nunito"/>
                <a:sym typeface="Nunito"/>
              </a:defRPr>
            </a:lvl6pPr>
            <a:lvl7pPr lvl="6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E39A9"/>
              </a:buClr>
              <a:buSzPts val="4800"/>
              <a:buFont typeface="Nunito"/>
              <a:buNone/>
              <a:defRPr sz="4800">
                <a:solidFill>
                  <a:srgbClr val="0E39A9"/>
                </a:solidFill>
                <a:latin typeface="Nunito"/>
                <a:ea typeface="Nunito"/>
                <a:cs typeface="Nunito"/>
                <a:sym typeface="Nunito"/>
              </a:defRPr>
            </a:lvl7pPr>
            <a:lvl8pPr lvl="7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E39A9"/>
              </a:buClr>
              <a:buSzPts val="4800"/>
              <a:buFont typeface="Nunito"/>
              <a:buNone/>
              <a:defRPr sz="4800">
                <a:solidFill>
                  <a:srgbClr val="0E39A9"/>
                </a:solidFill>
                <a:latin typeface="Nunito"/>
                <a:ea typeface="Nunito"/>
                <a:cs typeface="Nunito"/>
                <a:sym typeface="Nunito"/>
              </a:defRPr>
            </a:lvl8pPr>
            <a:lvl9pPr lvl="8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E39A9"/>
              </a:buClr>
              <a:buSzPts val="4800"/>
              <a:buFont typeface="Nunito"/>
              <a:buNone/>
              <a:defRPr sz="4800">
                <a:solidFill>
                  <a:srgbClr val="0E39A9"/>
                </a:solidFill>
                <a:latin typeface="Nunito"/>
                <a:ea typeface="Nunito"/>
                <a:cs typeface="Nunito"/>
                <a:sym typeface="Nunito"/>
              </a:defRPr>
            </a:lvl9pPr>
          </a:lstStyle>
          <a:p/>
        </p:txBody>
      </p:sp>
      <p:sp>
        <p:nvSpPr>
          <p:cNvPr id="131" name="Google Shape;131;p27"/>
          <p:cNvSpPr txBox="1"/>
          <p:nvPr>
            <p:ph idx="1" type="subTitle"/>
          </p:nvPr>
        </p:nvSpPr>
        <p:spPr>
          <a:xfrm>
            <a:off x="1260902" y="2770350"/>
            <a:ext cx="6622200" cy="7926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434343"/>
              </a:buClr>
              <a:buSzPts val="2600"/>
              <a:buFont typeface="Nunito SemiBold"/>
              <a:buNone/>
              <a:defRPr b="1" sz="2600">
                <a:solidFill>
                  <a:srgbClr val="434343"/>
                </a:solidFill>
                <a:latin typeface="Nunito SemiBold"/>
                <a:ea typeface="Nunito SemiBold"/>
                <a:cs typeface="Nunito SemiBold"/>
                <a:sym typeface="Nunito SemiBold"/>
              </a:defRPr>
            </a:lvl1pPr>
            <a:lvl2pPr lvl="1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434343"/>
              </a:buClr>
              <a:buSzPts val="2600"/>
              <a:buFont typeface="Nunito SemiBold"/>
              <a:buNone/>
              <a:defRPr b="1" sz="2600">
                <a:solidFill>
                  <a:srgbClr val="434343"/>
                </a:solidFill>
                <a:latin typeface="Nunito SemiBold"/>
                <a:ea typeface="Nunito SemiBold"/>
                <a:cs typeface="Nunito SemiBold"/>
                <a:sym typeface="Nunito SemiBold"/>
              </a:defRPr>
            </a:lvl2pPr>
            <a:lvl3pPr lvl="2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434343"/>
              </a:buClr>
              <a:buSzPts val="2600"/>
              <a:buFont typeface="Nunito SemiBold"/>
              <a:buNone/>
              <a:defRPr b="1" sz="2600">
                <a:solidFill>
                  <a:srgbClr val="434343"/>
                </a:solidFill>
                <a:latin typeface="Nunito SemiBold"/>
                <a:ea typeface="Nunito SemiBold"/>
                <a:cs typeface="Nunito SemiBold"/>
                <a:sym typeface="Nunito SemiBold"/>
              </a:defRPr>
            </a:lvl3pPr>
            <a:lvl4pPr lvl="3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434343"/>
              </a:buClr>
              <a:buSzPts val="2600"/>
              <a:buFont typeface="Nunito SemiBold"/>
              <a:buNone/>
              <a:defRPr b="1" sz="2600">
                <a:solidFill>
                  <a:srgbClr val="434343"/>
                </a:solidFill>
                <a:latin typeface="Nunito SemiBold"/>
                <a:ea typeface="Nunito SemiBold"/>
                <a:cs typeface="Nunito SemiBold"/>
                <a:sym typeface="Nunito SemiBold"/>
              </a:defRPr>
            </a:lvl4pPr>
            <a:lvl5pPr lvl="4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434343"/>
              </a:buClr>
              <a:buSzPts val="2600"/>
              <a:buFont typeface="Nunito SemiBold"/>
              <a:buNone/>
              <a:defRPr b="1" sz="2600">
                <a:solidFill>
                  <a:srgbClr val="434343"/>
                </a:solidFill>
                <a:latin typeface="Nunito SemiBold"/>
                <a:ea typeface="Nunito SemiBold"/>
                <a:cs typeface="Nunito SemiBold"/>
                <a:sym typeface="Nunito SemiBold"/>
              </a:defRPr>
            </a:lvl5pPr>
            <a:lvl6pPr lvl="5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434343"/>
              </a:buClr>
              <a:buSzPts val="2600"/>
              <a:buFont typeface="Nunito SemiBold"/>
              <a:buNone/>
              <a:defRPr b="1" sz="2600">
                <a:solidFill>
                  <a:srgbClr val="434343"/>
                </a:solidFill>
                <a:latin typeface="Nunito SemiBold"/>
                <a:ea typeface="Nunito SemiBold"/>
                <a:cs typeface="Nunito SemiBold"/>
                <a:sym typeface="Nunito SemiBold"/>
              </a:defRPr>
            </a:lvl6pPr>
            <a:lvl7pPr lvl="6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434343"/>
              </a:buClr>
              <a:buSzPts val="2600"/>
              <a:buFont typeface="Nunito SemiBold"/>
              <a:buNone/>
              <a:defRPr b="1" sz="2600">
                <a:solidFill>
                  <a:srgbClr val="434343"/>
                </a:solidFill>
                <a:latin typeface="Nunito SemiBold"/>
                <a:ea typeface="Nunito SemiBold"/>
                <a:cs typeface="Nunito SemiBold"/>
                <a:sym typeface="Nunito SemiBold"/>
              </a:defRPr>
            </a:lvl7pPr>
            <a:lvl8pPr lvl="7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434343"/>
              </a:buClr>
              <a:buSzPts val="2600"/>
              <a:buFont typeface="Nunito SemiBold"/>
              <a:buNone/>
              <a:defRPr b="1" sz="2600">
                <a:solidFill>
                  <a:srgbClr val="434343"/>
                </a:solidFill>
                <a:latin typeface="Nunito SemiBold"/>
                <a:ea typeface="Nunito SemiBold"/>
                <a:cs typeface="Nunito SemiBold"/>
                <a:sym typeface="Nunito SemiBold"/>
              </a:defRPr>
            </a:lvl8pPr>
            <a:lvl9pPr lvl="8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434343"/>
              </a:buClr>
              <a:buSzPts val="2600"/>
              <a:buFont typeface="Nunito SemiBold"/>
              <a:buNone/>
              <a:defRPr b="1" sz="2600">
                <a:solidFill>
                  <a:srgbClr val="434343"/>
                </a:solidFill>
                <a:latin typeface="Nunito SemiBold"/>
                <a:ea typeface="Nunito SemiBold"/>
                <a:cs typeface="Nunito SemiBold"/>
                <a:sym typeface="Nunito SemiBold"/>
              </a:defRPr>
            </a:lvl9pPr>
          </a:lstStyle>
          <a:p/>
        </p:txBody>
      </p:sp>
    </p:spTree>
  </p:cSld>
  <p:clrMapOvr>
    <a:masterClrMapping/>
  </p:clrMapOvr>
</p:sldLayout>
</file>

<file path=ppt/slideLayouts/slideLayout26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Section header" type="secHead">
  <p:cSld name="SECTION_HEADER">
    <p:spTree>
      <p:nvGrpSpPr>
        <p:cNvPr id="132" name="Shape 13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3" name="Google Shape;133;p28"/>
          <p:cNvSpPr txBox="1"/>
          <p:nvPr>
            <p:ph type="title"/>
          </p:nvPr>
        </p:nvSpPr>
        <p:spPr>
          <a:xfrm>
            <a:off x="311700" y="2150850"/>
            <a:ext cx="8520600" cy="8418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E39A9"/>
              </a:buClr>
              <a:buSzPts val="3600"/>
              <a:buNone/>
              <a:defRPr sz="3600">
                <a:solidFill>
                  <a:srgbClr val="0E39A9"/>
                </a:solidFill>
              </a:defRPr>
            </a:lvl1pPr>
            <a:lvl2pPr lvl="1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E39A9"/>
              </a:buClr>
              <a:buSzPts val="3600"/>
              <a:buNone/>
              <a:defRPr sz="3600">
                <a:solidFill>
                  <a:srgbClr val="0E39A9"/>
                </a:solidFill>
              </a:defRPr>
            </a:lvl2pPr>
            <a:lvl3pPr lvl="2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E39A9"/>
              </a:buClr>
              <a:buSzPts val="3600"/>
              <a:buNone/>
              <a:defRPr sz="3600">
                <a:solidFill>
                  <a:srgbClr val="0E39A9"/>
                </a:solidFill>
              </a:defRPr>
            </a:lvl3pPr>
            <a:lvl4pPr lvl="3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E39A9"/>
              </a:buClr>
              <a:buSzPts val="3600"/>
              <a:buNone/>
              <a:defRPr sz="3600">
                <a:solidFill>
                  <a:srgbClr val="0E39A9"/>
                </a:solidFill>
              </a:defRPr>
            </a:lvl4pPr>
            <a:lvl5pPr lvl="4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E39A9"/>
              </a:buClr>
              <a:buSzPts val="3600"/>
              <a:buNone/>
              <a:defRPr sz="3600">
                <a:solidFill>
                  <a:srgbClr val="0E39A9"/>
                </a:solidFill>
              </a:defRPr>
            </a:lvl5pPr>
            <a:lvl6pPr lvl="5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E39A9"/>
              </a:buClr>
              <a:buSzPts val="3600"/>
              <a:buNone/>
              <a:defRPr sz="3600">
                <a:solidFill>
                  <a:srgbClr val="0E39A9"/>
                </a:solidFill>
              </a:defRPr>
            </a:lvl6pPr>
            <a:lvl7pPr lvl="6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E39A9"/>
              </a:buClr>
              <a:buSzPts val="3600"/>
              <a:buNone/>
              <a:defRPr sz="3600">
                <a:solidFill>
                  <a:srgbClr val="0E39A9"/>
                </a:solidFill>
              </a:defRPr>
            </a:lvl7pPr>
            <a:lvl8pPr lvl="7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E39A9"/>
              </a:buClr>
              <a:buSzPts val="3600"/>
              <a:buNone/>
              <a:defRPr sz="3600">
                <a:solidFill>
                  <a:srgbClr val="0E39A9"/>
                </a:solidFill>
              </a:defRPr>
            </a:lvl8pPr>
            <a:lvl9pPr lvl="8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E39A9"/>
              </a:buClr>
              <a:buSzPts val="3600"/>
              <a:buNone/>
              <a:defRPr sz="3600">
                <a:solidFill>
                  <a:srgbClr val="0E39A9"/>
                </a:solidFill>
              </a:defRPr>
            </a:lvl9pPr>
          </a:lstStyle>
          <a:p/>
        </p:txBody>
      </p:sp>
      <p:sp>
        <p:nvSpPr>
          <p:cNvPr id="134" name="Google Shape;134;p28"/>
          <p:cNvSpPr txBox="1"/>
          <p:nvPr>
            <p:ph idx="12" type="sldNum"/>
          </p:nvPr>
        </p:nvSpPr>
        <p:spPr>
          <a:xfrm>
            <a:off x="8832299" y="4946907"/>
            <a:ext cx="365400" cy="2172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marR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800"/>
              <a:buFont typeface="Arial"/>
              <a:buNone/>
              <a:defRPr b="1" i="0" sz="800" u="none" cap="none" strike="noStrike">
                <a:solidFill>
                  <a:srgbClr val="434343"/>
                </a:solidFill>
                <a:latin typeface="Nunito"/>
                <a:ea typeface="Nunito"/>
                <a:cs typeface="Nunito"/>
                <a:sym typeface="Nunito"/>
              </a:defRPr>
            </a:lvl1pPr>
            <a:lvl2pPr indent="0" lvl="1" marL="0" marR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800"/>
              <a:buFont typeface="Arial"/>
              <a:buNone/>
              <a:defRPr b="1" i="0" sz="800" u="none" cap="none" strike="noStrike">
                <a:solidFill>
                  <a:srgbClr val="434343"/>
                </a:solidFill>
                <a:latin typeface="Nunito"/>
                <a:ea typeface="Nunito"/>
                <a:cs typeface="Nunito"/>
                <a:sym typeface="Nunito"/>
              </a:defRPr>
            </a:lvl2pPr>
            <a:lvl3pPr indent="0" lvl="2" marL="0" marR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800"/>
              <a:buFont typeface="Arial"/>
              <a:buNone/>
              <a:defRPr b="1" i="0" sz="800" u="none" cap="none" strike="noStrike">
                <a:solidFill>
                  <a:srgbClr val="434343"/>
                </a:solidFill>
                <a:latin typeface="Nunito"/>
                <a:ea typeface="Nunito"/>
                <a:cs typeface="Nunito"/>
                <a:sym typeface="Nunito"/>
              </a:defRPr>
            </a:lvl3pPr>
            <a:lvl4pPr indent="0" lvl="3" marL="0" marR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800"/>
              <a:buFont typeface="Arial"/>
              <a:buNone/>
              <a:defRPr b="1" i="0" sz="800" u="none" cap="none" strike="noStrike">
                <a:solidFill>
                  <a:srgbClr val="434343"/>
                </a:solidFill>
                <a:latin typeface="Nunito"/>
                <a:ea typeface="Nunito"/>
                <a:cs typeface="Nunito"/>
                <a:sym typeface="Nunito"/>
              </a:defRPr>
            </a:lvl4pPr>
            <a:lvl5pPr indent="0" lvl="4" marL="0" marR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800"/>
              <a:buFont typeface="Arial"/>
              <a:buNone/>
              <a:defRPr b="1" i="0" sz="800" u="none" cap="none" strike="noStrike">
                <a:solidFill>
                  <a:srgbClr val="434343"/>
                </a:solidFill>
                <a:latin typeface="Nunito"/>
                <a:ea typeface="Nunito"/>
                <a:cs typeface="Nunito"/>
                <a:sym typeface="Nunito"/>
              </a:defRPr>
            </a:lvl5pPr>
            <a:lvl6pPr indent="0" lvl="5" marL="0" marR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800"/>
              <a:buFont typeface="Arial"/>
              <a:buNone/>
              <a:defRPr b="1" i="0" sz="800" u="none" cap="none" strike="noStrike">
                <a:solidFill>
                  <a:srgbClr val="434343"/>
                </a:solidFill>
                <a:latin typeface="Nunito"/>
                <a:ea typeface="Nunito"/>
                <a:cs typeface="Nunito"/>
                <a:sym typeface="Nunito"/>
              </a:defRPr>
            </a:lvl6pPr>
            <a:lvl7pPr indent="0" lvl="6" marL="0" marR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800"/>
              <a:buFont typeface="Arial"/>
              <a:buNone/>
              <a:defRPr b="1" i="0" sz="800" u="none" cap="none" strike="noStrike">
                <a:solidFill>
                  <a:srgbClr val="434343"/>
                </a:solidFill>
                <a:latin typeface="Nunito"/>
                <a:ea typeface="Nunito"/>
                <a:cs typeface="Nunito"/>
                <a:sym typeface="Nunito"/>
              </a:defRPr>
            </a:lvl7pPr>
            <a:lvl8pPr indent="0" lvl="7" marL="0" marR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800"/>
              <a:buFont typeface="Arial"/>
              <a:buNone/>
              <a:defRPr b="1" i="0" sz="800" u="none" cap="none" strike="noStrike">
                <a:solidFill>
                  <a:srgbClr val="434343"/>
                </a:solidFill>
                <a:latin typeface="Nunito"/>
                <a:ea typeface="Nunito"/>
                <a:cs typeface="Nunito"/>
                <a:sym typeface="Nunito"/>
              </a:defRPr>
            </a:lvl8pPr>
            <a:lvl9pPr indent="0" lvl="8" marL="0" marR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800"/>
              <a:buFont typeface="Arial"/>
              <a:buNone/>
              <a:defRPr b="1" i="0" sz="800" u="none" cap="none" strike="noStrike">
                <a:solidFill>
                  <a:srgbClr val="434343"/>
                </a:solidFill>
                <a:latin typeface="Nunito"/>
                <a:ea typeface="Nunito"/>
                <a:cs typeface="Nunito"/>
                <a:sym typeface="Nunito"/>
              </a:defRPr>
            </a:lvl9pPr>
          </a:lstStyle>
          <a:p>
            <a:pPr indent="0" lvl="0" marL="0" rtl="0" algn="ct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27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Title and body" type="tx">
  <p:cSld name="TITLE_AND_BODY">
    <p:spTree>
      <p:nvGrpSpPr>
        <p:cNvPr id="135" name="Shape 13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6" name="Google Shape;136;p29"/>
          <p:cNvSpPr txBox="1"/>
          <p:nvPr>
            <p:ph type="title"/>
          </p:nvPr>
        </p:nvSpPr>
        <p:spPr>
          <a:xfrm>
            <a:off x="202550" y="289279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200"/>
              <a:buNone/>
              <a:defRPr/>
            </a:lvl1pPr>
            <a:lvl2pPr lvl="1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500"/>
              <a:buNone/>
              <a:defRPr/>
            </a:lvl2pPr>
            <a:lvl3pPr lvl="2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500"/>
              <a:buNone/>
              <a:defRPr/>
            </a:lvl3pPr>
            <a:lvl4pPr lvl="3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500"/>
              <a:buNone/>
              <a:defRPr/>
            </a:lvl4pPr>
            <a:lvl5pPr lvl="4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500"/>
              <a:buNone/>
              <a:defRPr/>
            </a:lvl5pPr>
            <a:lvl6pPr lvl="5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500"/>
              <a:buNone/>
              <a:defRPr/>
            </a:lvl6pPr>
            <a:lvl7pPr lvl="6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500"/>
              <a:buNone/>
              <a:defRPr/>
            </a:lvl7pPr>
            <a:lvl8pPr lvl="7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500"/>
              <a:buNone/>
              <a:defRPr/>
            </a:lvl8pPr>
            <a:lvl9pPr lvl="8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500"/>
              <a:buNone/>
              <a:defRPr/>
            </a:lvl9pPr>
          </a:lstStyle>
          <a:p/>
        </p:txBody>
      </p:sp>
      <p:sp>
        <p:nvSpPr>
          <p:cNvPr id="137" name="Google Shape;137;p29"/>
          <p:cNvSpPr txBox="1"/>
          <p:nvPr>
            <p:ph idx="1" type="body"/>
          </p:nvPr>
        </p:nvSpPr>
        <p:spPr>
          <a:xfrm>
            <a:off x="202550" y="861975"/>
            <a:ext cx="8629800" cy="3706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indent="-323850" lvl="0" marL="4572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500"/>
              <a:buFont typeface="Nunito"/>
              <a:buChar char="●"/>
              <a:defRPr>
                <a:latin typeface="Nunito"/>
                <a:ea typeface="Nunito"/>
                <a:cs typeface="Nunito"/>
                <a:sym typeface="Nunito"/>
              </a:defRPr>
            </a:lvl1pPr>
            <a:lvl2pPr indent="-311150" lvl="1" marL="9144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300"/>
              <a:buFont typeface="Nunito"/>
              <a:buChar char="○"/>
              <a:defRPr>
                <a:latin typeface="Nunito"/>
                <a:ea typeface="Nunito"/>
                <a:cs typeface="Nunito"/>
                <a:sym typeface="Nunito"/>
              </a:defRPr>
            </a:lvl2pPr>
            <a:lvl3pPr indent="-304800" lvl="2" marL="1371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Nunito"/>
              <a:buChar char="■"/>
              <a:defRPr>
                <a:latin typeface="Nunito"/>
                <a:ea typeface="Nunito"/>
                <a:cs typeface="Nunito"/>
                <a:sym typeface="Nunito"/>
              </a:defRPr>
            </a:lvl3pPr>
            <a:lvl4pPr indent="-298450" lvl="3" marL="18288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100"/>
              <a:buFont typeface="Nunito"/>
              <a:buChar char="●"/>
              <a:defRPr>
                <a:latin typeface="Nunito"/>
                <a:ea typeface="Nunito"/>
                <a:cs typeface="Nunito"/>
                <a:sym typeface="Nunito"/>
              </a:defRPr>
            </a:lvl4pPr>
            <a:lvl5pPr indent="-292100" lvl="4" marL="22860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000"/>
              <a:buFont typeface="Nunito"/>
              <a:buChar char="○"/>
              <a:defRPr>
                <a:latin typeface="Nunito"/>
                <a:ea typeface="Nunito"/>
                <a:cs typeface="Nunito"/>
                <a:sym typeface="Nunito"/>
              </a:defRPr>
            </a:lvl5pPr>
            <a:lvl6pPr indent="-285750" lvl="5" marL="27432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900"/>
              <a:buFont typeface="Nunito"/>
              <a:buChar char="■"/>
              <a:defRPr>
                <a:latin typeface="Nunito"/>
                <a:ea typeface="Nunito"/>
                <a:cs typeface="Nunito"/>
                <a:sym typeface="Nunito"/>
              </a:defRPr>
            </a:lvl6pPr>
            <a:lvl7pPr indent="-279400" lvl="6" marL="32004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800"/>
              <a:buFont typeface="Nunito"/>
              <a:buChar char="●"/>
              <a:defRPr>
                <a:latin typeface="Nunito"/>
                <a:ea typeface="Nunito"/>
                <a:cs typeface="Nunito"/>
                <a:sym typeface="Nunito"/>
              </a:defRPr>
            </a:lvl7pPr>
            <a:lvl8pPr indent="-273050" lvl="7" marL="3657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700"/>
              <a:buFont typeface="Nunito"/>
              <a:buChar char="○"/>
              <a:defRPr>
                <a:latin typeface="Nunito"/>
                <a:ea typeface="Nunito"/>
                <a:cs typeface="Nunito"/>
                <a:sym typeface="Nunito"/>
              </a:defRPr>
            </a:lvl8pPr>
            <a:lvl9pPr indent="-266700" lvl="8" marL="4114800" algn="l">
              <a:lnSpc>
                <a:spcPct val="115000"/>
              </a:lnSpc>
              <a:spcBef>
                <a:spcPts val="1600"/>
              </a:spcBef>
              <a:spcAft>
                <a:spcPts val="1600"/>
              </a:spcAft>
              <a:buSzPts val="600"/>
              <a:buFont typeface="Nunito"/>
              <a:buChar char="■"/>
              <a:defRPr>
                <a:latin typeface="Nunito"/>
                <a:ea typeface="Nunito"/>
                <a:cs typeface="Nunito"/>
                <a:sym typeface="Nunito"/>
              </a:defRPr>
            </a:lvl9pPr>
          </a:lstStyle>
          <a:p/>
        </p:txBody>
      </p:sp>
      <p:sp>
        <p:nvSpPr>
          <p:cNvPr id="138" name="Google Shape;138;p29"/>
          <p:cNvSpPr txBox="1"/>
          <p:nvPr>
            <p:ph idx="12" type="sldNum"/>
          </p:nvPr>
        </p:nvSpPr>
        <p:spPr>
          <a:xfrm>
            <a:off x="8832299" y="4946907"/>
            <a:ext cx="365400" cy="2172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marR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800"/>
              <a:buFont typeface="Arial"/>
              <a:buNone/>
              <a:defRPr b="1" i="0" sz="800" u="none" cap="none" strike="noStrike">
                <a:solidFill>
                  <a:srgbClr val="434343"/>
                </a:solidFill>
                <a:latin typeface="Nunito"/>
                <a:ea typeface="Nunito"/>
                <a:cs typeface="Nunito"/>
                <a:sym typeface="Nunito"/>
              </a:defRPr>
            </a:lvl1pPr>
            <a:lvl2pPr indent="0" lvl="1" marL="0" marR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800"/>
              <a:buFont typeface="Arial"/>
              <a:buNone/>
              <a:defRPr b="1" i="0" sz="800" u="none" cap="none" strike="noStrike">
                <a:solidFill>
                  <a:srgbClr val="434343"/>
                </a:solidFill>
                <a:latin typeface="Nunito"/>
                <a:ea typeface="Nunito"/>
                <a:cs typeface="Nunito"/>
                <a:sym typeface="Nunito"/>
              </a:defRPr>
            </a:lvl2pPr>
            <a:lvl3pPr indent="0" lvl="2" marL="0" marR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800"/>
              <a:buFont typeface="Arial"/>
              <a:buNone/>
              <a:defRPr b="1" i="0" sz="800" u="none" cap="none" strike="noStrike">
                <a:solidFill>
                  <a:srgbClr val="434343"/>
                </a:solidFill>
                <a:latin typeface="Nunito"/>
                <a:ea typeface="Nunito"/>
                <a:cs typeface="Nunito"/>
                <a:sym typeface="Nunito"/>
              </a:defRPr>
            </a:lvl3pPr>
            <a:lvl4pPr indent="0" lvl="3" marL="0" marR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800"/>
              <a:buFont typeface="Arial"/>
              <a:buNone/>
              <a:defRPr b="1" i="0" sz="800" u="none" cap="none" strike="noStrike">
                <a:solidFill>
                  <a:srgbClr val="434343"/>
                </a:solidFill>
                <a:latin typeface="Nunito"/>
                <a:ea typeface="Nunito"/>
                <a:cs typeface="Nunito"/>
                <a:sym typeface="Nunito"/>
              </a:defRPr>
            </a:lvl4pPr>
            <a:lvl5pPr indent="0" lvl="4" marL="0" marR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800"/>
              <a:buFont typeface="Arial"/>
              <a:buNone/>
              <a:defRPr b="1" i="0" sz="800" u="none" cap="none" strike="noStrike">
                <a:solidFill>
                  <a:srgbClr val="434343"/>
                </a:solidFill>
                <a:latin typeface="Nunito"/>
                <a:ea typeface="Nunito"/>
                <a:cs typeface="Nunito"/>
                <a:sym typeface="Nunito"/>
              </a:defRPr>
            </a:lvl5pPr>
            <a:lvl6pPr indent="0" lvl="5" marL="0" marR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800"/>
              <a:buFont typeface="Arial"/>
              <a:buNone/>
              <a:defRPr b="1" i="0" sz="800" u="none" cap="none" strike="noStrike">
                <a:solidFill>
                  <a:srgbClr val="434343"/>
                </a:solidFill>
                <a:latin typeface="Nunito"/>
                <a:ea typeface="Nunito"/>
                <a:cs typeface="Nunito"/>
                <a:sym typeface="Nunito"/>
              </a:defRPr>
            </a:lvl6pPr>
            <a:lvl7pPr indent="0" lvl="6" marL="0" marR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800"/>
              <a:buFont typeface="Arial"/>
              <a:buNone/>
              <a:defRPr b="1" i="0" sz="800" u="none" cap="none" strike="noStrike">
                <a:solidFill>
                  <a:srgbClr val="434343"/>
                </a:solidFill>
                <a:latin typeface="Nunito"/>
                <a:ea typeface="Nunito"/>
                <a:cs typeface="Nunito"/>
                <a:sym typeface="Nunito"/>
              </a:defRPr>
            </a:lvl7pPr>
            <a:lvl8pPr indent="0" lvl="7" marL="0" marR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800"/>
              <a:buFont typeface="Arial"/>
              <a:buNone/>
              <a:defRPr b="1" i="0" sz="800" u="none" cap="none" strike="noStrike">
                <a:solidFill>
                  <a:srgbClr val="434343"/>
                </a:solidFill>
                <a:latin typeface="Nunito"/>
                <a:ea typeface="Nunito"/>
                <a:cs typeface="Nunito"/>
                <a:sym typeface="Nunito"/>
              </a:defRPr>
            </a:lvl8pPr>
            <a:lvl9pPr indent="0" lvl="8" marL="0" marR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800"/>
              <a:buFont typeface="Arial"/>
              <a:buNone/>
              <a:defRPr b="1" i="0" sz="800" u="none" cap="none" strike="noStrike">
                <a:solidFill>
                  <a:srgbClr val="434343"/>
                </a:solidFill>
                <a:latin typeface="Nunito"/>
                <a:ea typeface="Nunito"/>
                <a:cs typeface="Nunito"/>
                <a:sym typeface="Nunito"/>
              </a:defRPr>
            </a:lvl9pPr>
          </a:lstStyle>
          <a:p>
            <a:pPr indent="0" lvl="0" marL="0" rtl="0" algn="ct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28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Title and Table">
  <p:cSld name="CUSTOM">
    <p:spTree>
      <p:nvGrpSpPr>
        <p:cNvPr id="139" name="Shape 13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0" name="Google Shape;140;p30"/>
          <p:cNvSpPr txBox="1"/>
          <p:nvPr>
            <p:ph type="title"/>
          </p:nvPr>
        </p:nvSpPr>
        <p:spPr>
          <a:xfrm>
            <a:off x="201972" y="288368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200"/>
              <a:buNone/>
              <a:defRPr/>
            </a:lvl1pPr>
            <a:lvl2pPr lvl="1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500"/>
              <a:buNone/>
              <a:defRPr/>
            </a:lvl2pPr>
            <a:lvl3pPr lvl="2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500"/>
              <a:buNone/>
              <a:defRPr/>
            </a:lvl3pPr>
            <a:lvl4pPr lvl="3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500"/>
              <a:buNone/>
              <a:defRPr/>
            </a:lvl4pPr>
            <a:lvl5pPr lvl="4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500"/>
              <a:buNone/>
              <a:defRPr/>
            </a:lvl5pPr>
            <a:lvl6pPr lvl="5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500"/>
              <a:buNone/>
              <a:defRPr/>
            </a:lvl6pPr>
            <a:lvl7pPr lvl="6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500"/>
              <a:buNone/>
              <a:defRPr/>
            </a:lvl7pPr>
            <a:lvl8pPr lvl="7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500"/>
              <a:buNone/>
              <a:defRPr/>
            </a:lvl8pPr>
            <a:lvl9pPr lvl="8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500"/>
              <a:buNone/>
              <a:defRPr/>
            </a:lvl9pPr>
          </a:lstStyle>
          <a:p/>
        </p:txBody>
      </p:sp>
      <p:graphicFrame>
        <p:nvGraphicFramePr>
          <p:cNvPr id="141" name="Google Shape;141;p30"/>
          <p:cNvGraphicFramePr/>
          <p:nvPr/>
        </p:nvGraphicFramePr>
        <p:xfrm>
          <a:off x="201942" y="833662"/>
          <a:ext cx="3000000" cy="3000000"/>
        </p:xfrm>
        <a:graphic>
          <a:graphicData uri="http://schemas.openxmlformats.org/drawingml/2006/table">
            <a:tbl>
              <a:tblPr bandRow="1" firstRow="1">
                <a:noFill/>
                <a:tableStyleId>{A5698273-5225-4557-BD2E-0B8C5CF09AB3}</a:tableStyleId>
              </a:tblPr>
              <a:tblGrid>
                <a:gridCol w="883125"/>
                <a:gridCol w="3886050"/>
                <a:gridCol w="3886050"/>
              </a:tblGrid>
              <a:tr h="673575"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lang="en" sz="1400" u="none" cap="none" strike="noStrike">
                          <a:latin typeface="Nunito"/>
                          <a:ea typeface="Nunito"/>
                          <a:cs typeface="Nunito"/>
                          <a:sym typeface="Nunito"/>
                        </a:rPr>
                        <a:t>Cluster</a:t>
                      </a:r>
                      <a:endParaRPr sz="1400" u="none" cap="none" strike="noStrike">
                        <a:latin typeface="Nunito"/>
                        <a:ea typeface="Nunito"/>
                        <a:cs typeface="Nunito"/>
                        <a:sym typeface="Nunito"/>
                      </a:endParaRPr>
                    </a:p>
                  </a:txBody>
                  <a:tcPr marT="45725" marB="45725" marR="91450" marL="91450" anchor="ctr">
                    <a:lnR cap="flat" cmpd="sng" w="12700">
                      <a:solidFill>
                        <a:srgbClr val="7F7F7F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lang="en" sz="1400" u="none" cap="none" strike="noStrike">
                          <a:latin typeface="Nunito"/>
                          <a:ea typeface="Nunito"/>
                          <a:cs typeface="Nunito"/>
                          <a:sym typeface="Nunito"/>
                        </a:rPr>
                        <a:t>Cluster Profile </a:t>
                      </a:r>
                      <a:endParaRPr sz="1400" u="none" cap="none" strike="noStrike">
                        <a:latin typeface="Nunito"/>
                        <a:ea typeface="Nunito"/>
                        <a:cs typeface="Nunito"/>
                        <a:sym typeface="Nunito"/>
                      </a:endParaRPr>
                    </a:p>
                  </a:txBody>
                  <a:tcPr marT="45725" marB="45725" marR="91450" marL="91450" anchor="ctr">
                    <a:lnL cap="flat" cmpd="sng" w="12700">
                      <a:solidFill>
                        <a:srgbClr val="7F7F7F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12700">
                      <a:solidFill>
                        <a:srgbClr val="7F7F7F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lang="en" sz="1400" u="none" cap="none" strike="noStrike">
                          <a:latin typeface="Nunito"/>
                          <a:ea typeface="Nunito"/>
                          <a:cs typeface="Nunito"/>
                          <a:sym typeface="Nunito"/>
                        </a:rPr>
                        <a:t>Business Insights for Marketing Team</a:t>
                      </a:r>
                      <a:endParaRPr sz="1400" u="none" cap="none" strike="noStrike">
                        <a:latin typeface="Nunito"/>
                        <a:ea typeface="Nunito"/>
                        <a:cs typeface="Nunito"/>
                        <a:sym typeface="Nunito"/>
                      </a:endParaRPr>
                    </a:p>
                  </a:txBody>
                  <a:tcPr marT="45725" marB="45725" marR="91450" marL="91450" anchor="ctr">
                    <a:lnL cap="flat" cmpd="sng" w="12700">
                      <a:solidFill>
                        <a:srgbClr val="7F7F7F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12700">
                      <a:solidFill>
                        <a:srgbClr val="7F7F7F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</a:tcPr>
                </a:tc>
              </a:tr>
              <a:tr h="753325"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200"/>
                        <a:buFont typeface="Arial"/>
                        <a:buNone/>
                      </a:pPr>
                      <a:r>
                        <a:rPr lang="en" sz="1200" u="none" cap="none" strike="noStrike">
                          <a:latin typeface="Nunito"/>
                          <a:ea typeface="Nunito"/>
                          <a:cs typeface="Nunito"/>
                          <a:sym typeface="Nunito"/>
                        </a:rPr>
                        <a:t>1</a:t>
                      </a:r>
                      <a:endParaRPr sz="1200" u="none" cap="none" strike="noStrike">
                        <a:latin typeface="Nunito"/>
                        <a:ea typeface="Nunito"/>
                        <a:cs typeface="Nunito"/>
                        <a:sym typeface="Nunito"/>
                      </a:endParaRPr>
                    </a:p>
                  </a:txBody>
                  <a:tcPr marT="45725" marB="45725" marR="91450" marL="91450" anchor="ctr">
                    <a:lnR cap="flat" cmpd="sng" w="12700">
                      <a:solidFill>
                        <a:srgbClr val="7F7F7F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200"/>
                        <a:buFont typeface="Arial"/>
                        <a:buNone/>
                      </a:pPr>
                      <a:r>
                        <a:rPr lang="en" sz="1200" u="none" cap="none" strike="noStrike">
                          <a:latin typeface="Nunito"/>
                          <a:ea typeface="Nunito"/>
                          <a:cs typeface="Nunito"/>
                          <a:sym typeface="Nunito"/>
                        </a:rPr>
                        <a:t>High value customers who have many credit cards and prefer to engage online</a:t>
                      </a:r>
                      <a:endParaRPr sz="1200" u="none" cap="none" strike="noStrike">
                        <a:latin typeface="Nunito"/>
                        <a:ea typeface="Nunito"/>
                        <a:cs typeface="Nunito"/>
                        <a:sym typeface="Nunito"/>
                      </a:endParaRPr>
                    </a:p>
                  </a:txBody>
                  <a:tcPr marT="45725" marB="45725" marR="91450" marL="91450" anchor="ctr">
                    <a:lnL cap="flat" cmpd="sng" w="12700">
                      <a:solidFill>
                        <a:srgbClr val="7F7F7F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12700">
                      <a:solidFill>
                        <a:srgbClr val="7F7F7F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200"/>
                        <a:buFont typeface="Arial"/>
                        <a:buNone/>
                      </a:pPr>
                      <a:r>
                        <a:rPr lang="en" sz="1200" u="none" cap="none" strike="noStrike">
                          <a:latin typeface="Nunito"/>
                          <a:ea typeface="Nunito"/>
                          <a:cs typeface="Nunito"/>
                          <a:sym typeface="Nunito"/>
                        </a:rPr>
                        <a:t>Engage Online – Set up priority calling in lines – Upsell and Cross sell premium products</a:t>
                      </a:r>
                      <a:endParaRPr sz="1200" u="none" cap="none" strike="noStrike">
                        <a:latin typeface="Nunito"/>
                        <a:ea typeface="Nunito"/>
                        <a:cs typeface="Nunito"/>
                        <a:sym typeface="Nunito"/>
                      </a:endParaRPr>
                    </a:p>
                  </a:txBody>
                  <a:tcPr marT="45725" marB="45725" marR="91450" marL="91450" anchor="ctr">
                    <a:lnL cap="flat" cmpd="sng" w="12700">
                      <a:solidFill>
                        <a:srgbClr val="7F7F7F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12700">
                      <a:solidFill>
                        <a:srgbClr val="7F7F7F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</a:tcPr>
                </a:tc>
              </a:tr>
              <a:tr h="669525"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200"/>
                        <a:buFont typeface="Arial"/>
                        <a:buNone/>
                      </a:pPr>
                      <a:r>
                        <a:rPr lang="en" sz="1200" u="none" cap="none" strike="noStrike">
                          <a:latin typeface="Nunito"/>
                          <a:ea typeface="Nunito"/>
                          <a:cs typeface="Nunito"/>
                          <a:sym typeface="Nunito"/>
                        </a:rPr>
                        <a:t>2</a:t>
                      </a:r>
                      <a:endParaRPr sz="1200" u="none" cap="none" strike="noStrike">
                        <a:latin typeface="Nunito"/>
                        <a:ea typeface="Nunito"/>
                        <a:cs typeface="Nunito"/>
                        <a:sym typeface="Nunito"/>
                      </a:endParaRPr>
                    </a:p>
                  </a:txBody>
                  <a:tcPr marT="45725" marB="45725" marR="91450" marL="91450" anchor="ctr">
                    <a:lnR cap="flat" cmpd="sng" w="12700">
                      <a:solidFill>
                        <a:srgbClr val="7F7F7F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200"/>
                        <a:buFont typeface="Arial"/>
                        <a:buNone/>
                      </a:pPr>
                      <a:r>
                        <a:rPr baseline="30000" lang="en" sz="1200" u="none" cap="none" strike="noStrike">
                          <a:latin typeface="Nunito"/>
                          <a:ea typeface="Nunito"/>
                          <a:cs typeface="Nunito"/>
                          <a:sym typeface="Nunito"/>
                        </a:rPr>
                        <a:t>…</a:t>
                      </a:r>
                      <a:endParaRPr sz="1200" u="none" cap="none" strike="noStrike">
                        <a:latin typeface="Nunito"/>
                        <a:ea typeface="Nunito"/>
                        <a:cs typeface="Nunito"/>
                        <a:sym typeface="Nunito"/>
                      </a:endParaRPr>
                    </a:p>
                  </a:txBody>
                  <a:tcPr marT="45725" marB="45725" marR="91450" marL="91450" anchor="ctr">
                    <a:lnL cap="flat" cmpd="sng" w="12700">
                      <a:solidFill>
                        <a:srgbClr val="7F7F7F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12700">
                      <a:solidFill>
                        <a:srgbClr val="7F7F7F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200"/>
                        <a:buFont typeface="Arial"/>
                        <a:buNone/>
                      </a:pPr>
                      <a:r>
                        <a:rPr lang="en" sz="1200" u="none" cap="none" strike="noStrike">
                          <a:latin typeface="Nunito"/>
                          <a:ea typeface="Nunito"/>
                          <a:cs typeface="Nunito"/>
                          <a:sym typeface="Nunito"/>
                        </a:rPr>
                        <a:t>..</a:t>
                      </a:r>
                      <a:endParaRPr sz="1200" u="none" cap="none" strike="noStrike">
                        <a:latin typeface="Nunito"/>
                        <a:ea typeface="Nunito"/>
                        <a:cs typeface="Nunito"/>
                        <a:sym typeface="Nunito"/>
                      </a:endParaRPr>
                    </a:p>
                  </a:txBody>
                  <a:tcPr marT="45725" marB="45725" marR="91450" marL="91450" anchor="ctr">
                    <a:lnL cap="flat" cmpd="sng" w="12700">
                      <a:solidFill>
                        <a:srgbClr val="7F7F7F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12700">
                      <a:solidFill>
                        <a:srgbClr val="7F7F7F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</a:tcPr>
                </a:tc>
              </a:tr>
              <a:tr h="669525"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200"/>
                        <a:buFont typeface="Arial"/>
                        <a:buNone/>
                      </a:pPr>
                      <a:r>
                        <a:rPr lang="en" sz="1200" u="none" cap="none" strike="noStrike">
                          <a:latin typeface="Nunito"/>
                          <a:ea typeface="Nunito"/>
                          <a:cs typeface="Nunito"/>
                          <a:sym typeface="Nunito"/>
                        </a:rPr>
                        <a:t>3</a:t>
                      </a:r>
                      <a:endParaRPr sz="1200" u="none" cap="none" strike="noStrike">
                        <a:latin typeface="Nunito"/>
                        <a:ea typeface="Nunito"/>
                        <a:cs typeface="Nunito"/>
                        <a:sym typeface="Nunito"/>
                      </a:endParaRPr>
                    </a:p>
                  </a:txBody>
                  <a:tcPr marT="45725" marB="45725" marR="91450" marL="91450" anchor="ctr">
                    <a:lnR cap="flat" cmpd="sng" w="12700">
                      <a:solidFill>
                        <a:srgbClr val="7F7F7F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200"/>
                        <a:buFont typeface="Arial"/>
                        <a:buNone/>
                      </a:pPr>
                      <a:r>
                        <a:rPr lang="en" sz="1200" u="none" cap="none" strike="noStrike">
                          <a:latin typeface="Nunito"/>
                          <a:ea typeface="Nunito"/>
                          <a:cs typeface="Nunito"/>
                          <a:sym typeface="Nunito"/>
                        </a:rPr>
                        <a:t>…</a:t>
                      </a:r>
                      <a:endParaRPr sz="1200" u="none" cap="none" strike="noStrike">
                        <a:latin typeface="Nunito"/>
                        <a:ea typeface="Nunito"/>
                        <a:cs typeface="Nunito"/>
                        <a:sym typeface="Nunito"/>
                      </a:endParaRPr>
                    </a:p>
                  </a:txBody>
                  <a:tcPr marT="45725" marB="45725" marR="91450" marL="91450" anchor="ctr">
                    <a:lnL cap="flat" cmpd="sng" w="12700">
                      <a:solidFill>
                        <a:srgbClr val="7F7F7F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12700">
                      <a:solidFill>
                        <a:srgbClr val="7F7F7F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200"/>
                        <a:buFont typeface="Arial"/>
                        <a:buNone/>
                      </a:pPr>
                      <a:r>
                        <a:rPr lang="en" sz="1200" u="none" cap="none" strike="noStrike">
                          <a:latin typeface="Nunito"/>
                          <a:ea typeface="Nunito"/>
                          <a:cs typeface="Nunito"/>
                          <a:sym typeface="Nunito"/>
                        </a:rPr>
                        <a:t>…</a:t>
                      </a:r>
                      <a:endParaRPr sz="1200" u="none" cap="none" strike="noStrike">
                        <a:latin typeface="Nunito"/>
                        <a:ea typeface="Nunito"/>
                        <a:cs typeface="Nunito"/>
                        <a:sym typeface="Nunito"/>
                      </a:endParaRPr>
                    </a:p>
                  </a:txBody>
                  <a:tcPr marT="45725" marB="45725" marR="91450" marL="91450" anchor="ctr">
                    <a:lnL cap="flat" cmpd="sng" w="12700">
                      <a:solidFill>
                        <a:srgbClr val="7F7F7F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12700">
                      <a:solidFill>
                        <a:srgbClr val="7F7F7F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</a:tcPr>
                </a:tc>
              </a:tr>
              <a:tr h="669525"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200"/>
                        <a:buFont typeface="Arial"/>
                        <a:buNone/>
                      </a:pPr>
                      <a:r>
                        <a:t/>
                      </a:r>
                      <a:endParaRPr sz="1200" u="none" cap="none" strike="noStrike">
                        <a:latin typeface="Nunito"/>
                        <a:ea typeface="Nunito"/>
                        <a:cs typeface="Nunito"/>
                        <a:sym typeface="Nunito"/>
                      </a:endParaRPr>
                    </a:p>
                  </a:txBody>
                  <a:tcPr marT="45725" marB="45725" marR="91450" marL="91450" anchor="ctr">
                    <a:lnR cap="flat" cmpd="sng" w="12700">
                      <a:solidFill>
                        <a:srgbClr val="7F7F7F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200"/>
                        <a:buFont typeface="Arial"/>
                        <a:buNone/>
                      </a:pPr>
                      <a:r>
                        <a:t/>
                      </a:r>
                      <a:endParaRPr sz="1200" u="none" cap="none" strike="noStrike">
                        <a:latin typeface="Nunito"/>
                        <a:ea typeface="Nunito"/>
                        <a:cs typeface="Nunito"/>
                        <a:sym typeface="Nunito"/>
                      </a:endParaRPr>
                    </a:p>
                  </a:txBody>
                  <a:tcPr marT="45725" marB="45725" marR="91450" marL="91450" anchor="ctr">
                    <a:lnL cap="flat" cmpd="sng" w="12700">
                      <a:solidFill>
                        <a:srgbClr val="7F7F7F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12700">
                      <a:solidFill>
                        <a:srgbClr val="7F7F7F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200"/>
                        <a:buFont typeface="Arial"/>
                        <a:buNone/>
                      </a:pPr>
                      <a:r>
                        <a:t/>
                      </a:r>
                      <a:endParaRPr sz="1200" u="none" cap="none" strike="noStrike">
                        <a:latin typeface="Nunito"/>
                        <a:ea typeface="Nunito"/>
                        <a:cs typeface="Nunito"/>
                        <a:sym typeface="Nunito"/>
                      </a:endParaRPr>
                    </a:p>
                  </a:txBody>
                  <a:tcPr marT="45725" marB="45725" marR="91450" marL="91450" anchor="ctr">
                    <a:lnL cap="flat" cmpd="sng" w="12700">
                      <a:solidFill>
                        <a:srgbClr val="7F7F7F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12700">
                      <a:solidFill>
                        <a:srgbClr val="7F7F7F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</a:tcPr>
                </a:tc>
              </a:tr>
            </a:tbl>
          </a:graphicData>
        </a:graphic>
      </p:graphicFrame>
      <p:sp>
        <p:nvSpPr>
          <p:cNvPr id="142" name="Google Shape;142;p30"/>
          <p:cNvSpPr txBox="1"/>
          <p:nvPr>
            <p:ph idx="12" type="sldNum"/>
          </p:nvPr>
        </p:nvSpPr>
        <p:spPr>
          <a:xfrm>
            <a:off x="8832299" y="4946907"/>
            <a:ext cx="365400" cy="2172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marR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800"/>
              <a:buFont typeface="Arial"/>
              <a:buNone/>
              <a:defRPr b="1" i="0" sz="800" u="none" cap="none" strike="noStrike">
                <a:solidFill>
                  <a:srgbClr val="434343"/>
                </a:solidFill>
                <a:latin typeface="Nunito"/>
                <a:ea typeface="Nunito"/>
                <a:cs typeface="Nunito"/>
                <a:sym typeface="Nunito"/>
              </a:defRPr>
            </a:lvl1pPr>
            <a:lvl2pPr indent="0" lvl="1" marL="0" marR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800"/>
              <a:buFont typeface="Arial"/>
              <a:buNone/>
              <a:defRPr b="1" i="0" sz="800" u="none" cap="none" strike="noStrike">
                <a:solidFill>
                  <a:srgbClr val="434343"/>
                </a:solidFill>
                <a:latin typeface="Nunito"/>
                <a:ea typeface="Nunito"/>
                <a:cs typeface="Nunito"/>
                <a:sym typeface="Nunito"/>
              </a:defRPr>
            </a:lvl2pPr>
            <a:lvl3pPr indent="0" lvl="2" marL="0" marR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800"/>
              <a:buFont typeface="Arial"/>
              <a:buNone/>
              <a:defRPr b="1" i="0" sz="800" u="none" cap="none" strike="noStrike">
                <a:solidFill>
                  <a:srgbClr val="434343"/>
                </a:solidFill>
                <a:latin typeface="Nunito"/>
                <a:ea typeface="Nunito"/>
                <a:cs typeface="Nunito"/>
                <a:sym typeface="Nunito"/>
              </a:defRPr>
            </a:lvl3pPr>
            <a:lvl4pPr indent="0" lvl="3" marL="0" marR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800"/>
              <a:buFont typeface="Arial"/>
              <a:buNone/>
              <a:defRPr b="1" i="0" sz="800" u="none" cap="none" strike="noStrike">
                <a:solidFill>
                  <a:srgbClr val="434343"/>
                </a:solidFill>
                <a:latin typeface="Nunito"/>
                <a:ea typeface="Nunito"/>
                <a:cs typeface="Nunito"/>
                <a:sym typeface="Nunito"/>
              </a:defRPr>
            </a:lvl4pPr>
            <a:lvl5pPr indent="0" lvl="4" marL="0" marR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800"/>
              <a:buFont typeface="Arial"/>
              <a:buNone/>
              <a:defRPr b="1" i="0" sz="800" u="none" cap="none" strike="noStrike">
                <a:solidFill>
                  <a:srgbClr val="434343"/>
                </a:solidFill>
                <a:latin typeface="Nunito"/>
                <a:ea typeface="Nunito"/>
                <a:cs typeface="Nunito"/>
                <a:sym typeface="Nunito"/>
              </a:defRPr>
            </a:lvl5pPr>
            <a:lvl6pPr indent="0" lvl="5" marL="0" marR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800"/>
              <a:buFont typeface="Arial"/>
              <a:buNone/>
              <a:defRPr b="1" i="0" sz="800" u="none" cap="none" strike="noStrike">
                <a:solidFill>
                  <a:srgbClr val="434343"/>
                </a:solidFill>
                <a:latin typeface="Nunito"/>
                <a:ea typeface="Nunito"/>
                <a:cs typeface="Nunito"/>
                <a:sym typeface="Nunito"/>
              </a:defRPr>
            </a:lvl6pPr>
            <a:lvl7pPr indent="0" lvl="6" marL="0" marR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800"/>
              <a:buFont typeface="Arial"/>
              <a:buNone/>
              <a:defRPr b="1" i="0" sz="800" u="none" cap="none" strike="noStrike">
                <a:solidFill>
                  <a:srgbClr val="434343"/>
                </a:solidFill>
                <a:latin typeface="Nunito"/>
                <a:ea typeface="Nunito"/>
                <a:cs typeface="Nunito"/>
                <a:sym typeface="Nunito"/>
              </a:defRPr>
            </a:lvl7pPr>
            <a:lvl8pPr indent="0" lvl="7" marL="0" marR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800"/>
              <a:buFont typeface="Arial"/>
              <a:buNone/>
              <a:defRPr b="1" i="0" sz="800" u="none" cap="none" strike="noStrike">
                <a:solidFill>
                  <a:srgbClr val="434343"/>
                </a:solidFill>
                <a:latin typeface="Nunito"/>
                <a:ea typeface="Nunito"/>
                <a:cs typeface="Nunito"/>
                <a:sym typeface="Nunito"/>
              </a:defRPr>
            </a:lvl8pPr>
            <a:lvl9pPr indent="0" lvl="8" marL="0" marR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800"/>
              <a:buFont typeface="Arial"/>
              <a:buNone/>
              <a:defRPr b="1" i="0" sz="800" u="none" cap="none" strike="noStrike">
                <a:solidFill>
                  <a:srgbClr val="434343"/>
                </a:solidFill>
                <a:latin typeface="Nunito"/>
                <a:ea typeface="Nunito"/>
                <a:cs typeface="Nunito"/>
                <a:sym typeface="Nunito"/>
              </a:defRPr>
            </a:lvl9pPr>
          </a:lstStyle>
          <a:p>
            <a:pPr indent="0" lvl="0" marL="0" rtl="0" algn="ct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29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Title and two columns" type="twoColTx">
  <p:cSld name="TITLE_AND_TWO_COLUMNS">
    <p:spTree>
      <p:nvGrpSpPr>
        <p:cNvPr id="143" name="Shape 14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4" name="Google Shape;144;p31"/>
          <p:cNvSpPr txBox="1"/>
          <p:nvPr>
            <p:ph type="title"/>
          </p:nvPr>
        </p:nvSpPr>
        <p:spPr>
          <a:xfrm>
            <a:off x="201972" y="288368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200"/>
              <a:buNone/>
              <a:defRPr/>
            </a:lvl1pPr>
            <a:lvl2pPr lvl="1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500"/>
              <a:buNone/>
              <a:defRPr/>
            </a:lvl2pPr>
            <a:lvl3pPr lvl="2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500"/>
              <a:buNone/>
              <a:defRPr/>
            </a:lvl3pPr>
            <a:lvl4pPr lvl="3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500"/>
              <a:buNone/>
              <a:defRPr/>
            </a:lvl4pPr>
            <a:lvl5pPr lvl="4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500"/>
              <a:buNone/>
              <a:defRPr/>
            </a:lvl5pPr>
            <a:lvl6pPr lvl="5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500"/>
              <a:buNone/>
              <a:defRPr/>
            </a:lvl6pPr>
            <a:lvl7pPr lvl="6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500"/>
              <a:buNone/>
              <a:defRPr/>
            </a:lvl7pPr>
            <a:lvl8pPr lvl="7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500"/>
              <a:buNone/>
              <a:defRPr/>
            </a:lvl8pPr>
            <a:lvl9pPr lvl="8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500"/>
              <a:buNone/>
              <a:defRPr/>
            </a:lvl9pPr>
          </a:lstStyle>
          <a:p/>
        </p:txBody>
      </p:sp>
      <p:sp>
        <p:nvSpPr>
          <p:cNvPr id="145" name="Google Shape;145;p31"/>
          <p:cNvSpPr txBox="1"/>
          <p:nvPr>
            <p:ph idx="1" type="body"/>
          </p:nvPr>
        </p:nvSpPr>
        <p:spPr>
          <a:xfrm>
            <a:off x="311700" y="1152475"/>
            <a:ext cx="3999900" cy="34164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indent="-317500" lvl="0" marL="4572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400"/>
              <a:buChar char="●"/>
              <a:defRPr sz="1400"/>
            </a:lvl1pPr>
            <a:lvl2pPr indent="-304800" lvl="1" marL="9144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Char char="○"/>
              <a:defRPr sz="1200"/>
            </a:lvl2pPr>
            <a:lvl3pPr indent="-304800" lvl="2" marL="1371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Char char="■"/>
              <a:defRPr sz="1200"/>
            </a:lvl3pPr>
            <a:lvl4pPr indent="-304800" lvl="3" marL="18288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Char char="●"/>
              <a:defRPr sz="1200"/>
            </a:lvl4pPr>
            <a:lvl5pPr indent="-304800" lvl="4" marL="22860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Char char="○"/>
              <a:defRPr sz="1200"/>
            </a:lvl5pPr>
            <a:lvl6pPr indent="-304800" lvl="5" marL="27432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Char char="■"/>
              <a:defRPr sz="1200"/>
            </a:lvl6pPr>
            <a:lvl7pPr indent="-304800" lvl="6" marL="32004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Char char="●"/>
              <a:defRPr sz="1200"/>
            </a:lvl7pPr>
            <a:lvl8pPr indent="-304800" lvl="7" marL="3657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Char char="○"/>
              <a:defRPr sz="1200"/>
            </a:lvl8pPr>
            <a:lvl9pPr indent="-304800" lvl="8" marL="4114800" algn="l">
              <a:lnSpc>
                <a:spcPct val="115000"/>
              </a:lnSpc>
              <a:spcBef>
                <a:spcPts val="1600"/>
              </a:spcBef>
              <a:spcAft>
                <a:spcPts val="1600"/>
              </a:spcAft>
              <a:buSzPts val="1200"/>
              <a:buChar char="■"/>
              <a:defRPr sz="1200"/>
            </a:lvl9pPr>
          </a:lstStyle>
          <a:p/>
        </p:txBody>
      </p:sp>
      <p:sp>
        <p:nvSpPr>
          <p:cNvPr id="146" name="Google Shape;146;p31"/>
          <p:cNvSpPr txBox="1"/>
          <p:nvPr>
            <p:ph idx="2" type="body"/>
          </p:nvPr>
        </p:nvSpPr>
        <p:spPr>
          <a:xfrm>
            <a:off x="4832400" y="1152475"/>
            <a:ext cx="3999900" cy="34164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indent="-317500" lvl="0" marL="4572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400"/>
              <a:buChar char="●"/>
              <a:defRPr sz="1400"/>
            </a:lvl1pPr>
            <a:lvl2pPr indent="-304800" lvl="1" marL="9144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Char char="○"/>
              <a:defRPr sz="1200"/>
            </a:lvl2pPr>
            <a:lvl3pPr indent="-304800" lvl="2" marL="1371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Char char="■"/>
              <a:defRPr sz="1200"/>
            </a:lvl3pPr>
            <a:lvl4pPr indent="-304800" lvl="3" marL="18288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Char char="●"/>
              <a:defRPr sz="1200"/>
            </a:lvl4pPr>
            <a:lvl5pPr indent="-304800" lvl="4" marL="22860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Char char="○"/>
              <a:defRPr sz="1200"/>
            </a:lvl5pPr>
            <a:lvl6pPr indent="-304800" lvl="5" marL="27432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Char char="■"/>
              <a:defRPr sz="1200"/>
            </a:lvl6pPr>
            <a:lvl7pPr indent="-304800" lvl="6" marL="32004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Char char="●"/>
              <a:defRPr sz="1200"/>
            </a:lvl7pPr>
            <a:lvl8pPr indent="-304800" lvl="7" marL="3657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Char char="○"/>
              <a:defRPr sz="1200"/>
            </a:lvl8pPr>
            <a:lvl9pPr indent="-304800" lvl="8" marL="4114800" algn="l">
              <a:lnSpc>
                <a:spcPct val="115000"/>
              </a:lnSpc>
              <a:spcBef>
                <a:spcPts val="1600"/>
              </a:spcBef>
              <a:spcAft>
                <a:spcPts val="1600"/>
              </a:spcAft>
              <a:buSzPts val="1200"/>
              <a:buChar char="■"/>
              <a:defRPr sz="1200"/>
            </a:lvl9pPr>
          </a:lstStyle>
          <a:p/>
        </p:txBody>
      </p:sp>
      <p:sp>
        <p:nvSpPr>
          <p:cNvPr id="147" name="Google Shape;147;p31"/>
          <p:cNvSpPr txBox="1"/>
          <p:nvPr>
            <p:ph idx="12" type="sldNum"/>
          </p:nvPr>
        </p:nvSpPr>
        <p:spPr>
          <a:xfrm>
            <a:off x="8832299" y="4946907"/>
            <a:ext cx="365400" cy="2172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marR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800"/>
              <a:buFont typeface="Arial"/>
              <a:buNone/>
              <a:defRPr b="1" i="0" sz="800" u="none" cap="none" strike="noStrike">
                <a:solidFill>
                  <a:srgbClr val="434343"/>
                </a:solidFill>
                <a:latin typeface="Nunito"/>
                <a:ea typeface="Nunito"/>
                <a:cs typeface="Nunito"/>
                <a:sym typeface="Nunito"/>
              </a:defRPr>
            </a:lvl1pPr>
            <a:lvl2pPr indent="0" lvl="1" marL="0" marR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800"/>
              <a:buFont typeface="Arial"/>
              <a:buNone/>
              <a:defRPr b="1" i="0" sz="800" u="none" cap="none" strike="noStrike">
                <a:solidFill>
                  <a:srgbClr val="434343"/>
                </a:solidFill>
                <a:latin typeface="Nunito"/>
                <a:ea typeface="Nunito"/>
                <a:cs typeface="Nunito"/>
                <a:sym typeface="Nunito"/>
              </a:defRPr>
            </a:lvl2pPr>
            <a:lvl3pPr indent="0" lvl="2" marL="0" marR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800"/>
              <a:buFont typeface="Arial"/>
              <a:buNone/>
              <a:defRPr b="1" i="0" sz="800" u="none" cap="none" strike="noStrike">
                <a:solidFill>
                  <a:srgbClr val="434343"/>
                </a:solidFill>
                <a:latin typeface="Nunito"/>
                <a:ea typeface="Nunito"/>
                <a:cs typeface="Nunito"/>
                <a:sym typeface="Nunito"/>
              </a:defRPr>
            </a:lvl3pPr>
            <a:lvl4pPr indent="0" lvl="3" marL="0" marR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800"/>
              <a:buFont typeface="Arial"/>
              <a:buNone/>
              <a:defRPr b="1" i="0" sz="800" u="none" cap="none" strike="noStrike">
                <a:solidFill>
                  <a:srgbClr val="434343"/>
                </a:solidFill>
                <a:latin typeface="Nunito"/>
                <a:ea typeface="Nunito"/>
                <a:cs typeface="Nunito"/>
                <a:sym typeface="Nunito"/>
              </a:defRPr>
            </a:lvl4pPr>
            <a:lvl5pPr indent="0" lvl="4" marL="0" marR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800"/>
              <a:buFont typeface="Arial"/>
              <a:buNone/>
              <a:defRPr b="1" i="0" sz="800" u="none" cap="none" strike="noStrike">
                <a:solidFill>
                  <a:srgbClr val="434343"/>
                </a:solidFill>
                <a:latin typeface="Nunito"/>
                <a:ea typeface="Nunito"/>
                <a:cs typeface="Nunito"/>
                <a:sym typeface="Nunito"/>
              </a:defRPr>
            </a:lvl5pPr>
            <a:lvl6pPr indent="0" lvl="5" marL="0" marR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800"/>
              <a:buFont typeface="Arial"/>
              <a:buNone/>
              <a:defRPr b="1" i="0" sz="800" u="none" cap="none" strike="noStrike">
                <a:solidFill>
                  <a:srgbClr val="434343"/>
                </a:solidFill>
                <a:latin typeface="Nunito"/>
                <a:ea typeface="Nunito"/>
                <a:cs typeface="Nunito"/>
                <a:sym typeface="Nunito"/>
              </a:defRPr>
            </a:lvl6pPr>
            <a:lvl7pPr indent="0" lvl="6" marL="0" marR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800"/>
              <a:buFont typeface="Arial"/>
              <a:buNone/>
              <a:defRPr b="1" i="0" sz="800" u="none" cap="none" strike="noStrike">
                <a:solidFill>
                  <a:srgbClr val="434343"/>
                </a:solidFill>
                <a:latin typeface="Nunito"/>
                <a:ea typeface="Nunito"/>
                <a:cs typeface="Nunito"/>
                <a:sym typeface="Nunito"/>
              </a:defRPr>
            </a:lvl7pPr>
            <a:lvl8pPr indent="0" lvl="7" marL="0" marR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800"/>
              <a:buFont typeface="Arial"/>
              <a:buNone/>
              <a:defRPr b="1" i="0" sz="800" u="none" cap="none" strike="noStrike">
                <a:solidFill>
                  <a:srgbClr val="434343"/>
                </a:solidFill>
                <a:latin typeface="Nunito"/>
                <a:ea typeface="Nunito"/>
                <a:cs typeface="Nunito"/>
                <a:sym typeface="Nunito"/>
              </a:defRPr>
            </a:lvl8pPr>
            <a:lvl9pPr indent="0" lvl="8" marL="0" marR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800"/>
              <a:buFont typeface="Arial"/>
              <a:buNone/>
              <a:defRPr b="1" i="0" sz="800" u="none" cap="none" strike="noStrike">
                <a:solidFill>
                  <a:srgbClr val="434343"/>
                </a:solidFill>
                <a:latin typeface="Nunito"/>
                <a:ea typeface="Nunito"/>
                <a:cs typeface="Nunito"/>
                <a:sym typeface="Nunito"/>
              </a:defRPr>
            </a:lvl9pPr>
          </a:lstStyle>
          <a:p>
            <a:pPr indent="0" lvl="0" marL="0" rtl="0" algn="ct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30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Title only" type="titleOnly">
  <p:cSld name="TITLE_ONLY">
    <p:spTree>
      <p:nvGrpSpPr>
        <p:cNvPr id="148" name="Shape 14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9" name="Google Shape;149;p32"/>
          <p:cNvSpPr txBox="1"/>
          <p:nvPr>
            <p:ph type="title"/>
          </p:nvPr>
        </p:nvSpPr>
        <p:spPr>
          <a:xfrm>
            <a:off x="201972" y="288368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200"/>
              <a:buNone/>
              <a:defRPr/>
            </a:lvl1pPr>
            <a:lvl2pPr lvl="1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500"/>
              <a:buNone/>
              <a:defRPr/>
            </a:lvl2pPr>
            <a:lvl3pPr lvl="2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500"/>
              <a:buNone/>
              <a:defRPr/>
            </a:lvl3pPr>
            <a:lvl4pPr lvl="3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500"/>
              <a:buNone/>
              <a:defRPr/>
            </a:lvl4pPr>
            <a:lvl5pPr lvl="4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500"/>
              <a:buNone/>
              <a:defRPr/>
            </a:lvl5pPr>
            <a:lvl6pPr lvl="5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500"/>
              <a:buNone/>
              <a:defRPr/>
            </a:lvl6pPr>
            <a:lvl7pPr lvl="6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500"/>
              <a:buNone/>
              <a:defRPr/>
            </a:lvl7pPr>
            <a:lvl8pPr lvl="7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500"/>
              <a:buNone/>
              <a:defRPr/>
            </a:lvl8pPr>
            <a:lvl9pPr lvl="8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500"/>
              <a:buNone/>
              <a:defRPr/>
            </a:lvl9pPr>
          </a:lstStyle>
          <a:p/>
        </p:txBody>
      </p:sp>
      <p:sp>
        <p:nvSpPr>
          <p:cNvPr id="150" name="Google Shape;150;p32"/>
          <p:cNvSpPr txBox="1"/>
          <p:nvPr>
            <p:ph idx="12" type="sldNum"/>
          </p:nvPr>
        </p:nvSpPr>
        <p:spPr>
          <a:xfrm>
            <a:off x="8832299" y="4946907"/>
            <a:ext cx="365400" cy="2172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marR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800"/>
              <a:buFont typeface="Arial"/>
              <a:buNone/>
              <a:defRPr b="1" i="0" sz="800" u="none" cap="none" strike="noStrike">
                <a:solidFill>
                  <a:srgbClr val="434343"/>
                </a:solidFill>
                <a:latin typeface="Nunito"/>
                <a:ea typeface="Nunito"/>
                <a:cs typeface="Nunito"/>
                <a:sym typeface="Nunito"/>
              </a:defRPr>
            </a:lvl1pPr>
            <a:lvl2pPr indent="0" lvl="1" marL="0" marR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800"/>
              <a:buFont typeface="Arial"/>
              <a:buNone/>
              <a:defRPr b="1" i="0" sz="800" u="none" cap="none" strike="noStrike">
                <a:solidFill>
                  <a:srgbClr val="434343"/>
                </a:solidFill>
                <a:latin typeface="Nunito"/>
                <a:ea typeface="Nunito"/>
                <a:cs typeface="Nunito"/>
                <a:sym typeface="Nunito"/>
              </a:defRPr>
            </a:lvl2pPr>
            <a:lvl3pPr indent="0" lvl="2" marL="0" marR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800"/>
              <a:buFont typeface="Arial"/>
              <a:buNone/>
              <a:defRPr b="1" i="0" sz="800" u="none" cap="none" strike="noStrike">
                <a:solidFill>
                  <a:srgbClr val="434343"/>
                </a:solidFill>
                <a:latin typeface="Nunito"/>
                <a:ea typeface="Nunito"/>
                <a:cs typeface="Nunito"/>
                <a:sym typeface="Nunito"/>
              </a:defRPr>
            </a:lvl3pPr>
            <a:lvl4pPr indent="0" lvl="3" marL="0" marR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800"/>
              <a:buFont typeface="Arial"/>
              <a:buNone/>
              <a:defRPr b="1" i="0" sz="800" u="none" cap="none" strike="noStrike">
                <a:solidFill>
                  <a:srgbClr val="434343"/>
                </a:solidFill>
                <a:latin typeface="Nunito"/>
                <a:ea typeface="Nunito"/>
                <a:cs typeface="Nunito"/>
                <a:sym typeface="Nunito"/>
              </a:defRPr>
            </a:lvl4pPr>
            <a:lvl5pPr indent="0" lvl="4" marL="0" marR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800"/>
              <a:buFont typeface="Arial"/>
              <a:buNone/>
              <a:defRPr b="1" i="0" sz="800" u="none" cap="none" strike="noStrike">
                <a:solidFill>
                  <a:srgbClr val="434343"/>
                </a:solidFill>
                <a:latin typeface="Nunito"/>
                <a:ea typeface="Nunito"/>
                <a:cs typeface="Nunito"/>
                <a:sym typeface="Nunito"/>
              </a:defRPr>
            </a:lvl5pPr>
            <a:lvl6pPr indent="0" lvl="5" marL="0" marR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800"/>
              <a:buFont typeface="Arial"/>
              <a:buNone/>
              <a:defRPr b="1" i="0" sz="800" u="none" cap="none" strike="noStrike">
                <a:solidFill>
                  <a:srgbClr val="434343"/>
                </a:solidFill>
                <a:latin typeface="Nunito"/>
                <a:ea typeface="Nunito"/>
                <a:cs typeface="Nunito"/>
                <a:sym typeface="Nunito"/>
              </a:defRPr>
            </a:lvl6pPr>
            <a:lvl7pPr indent="0" lvl="6" marL="0" marR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800"/>
              <a:buFont typeface="Arial"/>
              <a:buNone/>
              <a:defRPr b="1" i="0" sz="800" u="none" cap="none" strike="noStrike">
                <a:solidFill>
                  <a:srgbClr val="434343"/>
                </a:solidFill>
                <a:latin typeface="Nunito"/>
                <a:ea typeface="Nunito"/>
                <a:cs typeface="Nunito"/>
                <a:sym typeface="Nunito"/>
              </a:defRPr>
            </a:lvl7pPr>
            <a:lvl8pPr indent="0" lvl="7" marL="0" marR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800"/>
              <a:buFont typeface="Arial"/>
              <a:buNone/>
              <a:defRPr b="1" i="0" sz="800" u="none" cap="none" strike="noStrike">
                <a:solidFill>
                  <a:srgbClr val="434343"/>
                </a:solidFill>
                <a:latin typeface="Nunito"/>
                <a:ea typeface="Nunito"/>
                <a:cs typeface="Nunito"/>
                <a:sym typeface="Nunito"/>
              </a:defRPr>
            </a:lvl8pPr>
            <a:lvl9pPr indent="0" lvl="8" marL="0" marR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800"/>
              <a:buFont typeface="Arial"/>
              <a:buNone/>
              <a:defRPr b="1" i="0" sz="800" u="none" cap="none" strike="noStrike">
                <a:solidFill>
                  <a:srgbClr val="434343"/>
                </a:solidFill>
                <a:latin typeface="Nunito"/>
                <a:ea typeface="Nunito"/>
                <a:cs typeface="Nunito"/>
                <a:sym typeface="Nunito"/>
              </a:defRPr>
            </a:lvl9pPr>
          </a:lstStyle>
          <a:p>
            <a:pPr indent="0" lvl="0" marL="0" rtl="0" algn="ct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3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Main point">
  <p:cSld name="MAIN_POINT">
    <p:spTree>
      <p:nvGrpSpPr>
        <p:cNvPr id="151" name="Shape 15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2" name="Google Shape;152;p33"/>
          <p:cNvSpPr txBox="1"/>
          <p:nvPr>
            <p:ph type="title"/>
          </p:nvPr>
        </p:nvSpPr>
        <p:spPr>
          <a:xfrm>
            <a:off x="490250" y="450150"/>
            <a:ext cx="6367800" cy="40908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1pPr>
            <a:lvl2pPr lvl="1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2pPr>
            <a:lvl3pPr lvl="2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3pPr>
            <a:lvl4pPr lvl="3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4pPr>
            <a:lvl5pPr lvl="4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5pPr>
            <a:lvl6pPr lvl="5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6pPr>
            <a:lvl7pPr lvl="6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7pPr>
            <a:lvl8pPr lvl="7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8pPr>
            <a:lvl9pPr lvl="8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9pPr>
          </a:lstStyle>
          <a:p/>
        </p:txBody>
      </p:sp>
      <p:sp>
        <p:nvSpPr>
          <p:cNvPr id="153" name="Google Shape;153;p33"/>
          <p:cNvSpPr txBox="1"/>
          <p:nvPr>
            <p:ph idx="12" type="sldNum"/>
          </p:nvPr>
        </p:nvSpPr>
        <p:spPr>
          <a:xfrm>
            <a:off x="8832299" y="4946907"/>
            <a:ext cx="365400" cy="2172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marR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800"/>
              <a:buFont typeface="Arial"/>
              <a:buNone/>
              <a:defRPr b="1" i="0" sz="800" u="none" cap="none" strike="noStrike">
                <a:solidFill>
                  <a:srgbClr val="434343"/>
                </a:solidFill>
                <a:latin typeface="Nunito"/>
                <a:ea typeface="Nunito"/>
                <a:cs typeface="Nunito"/>
                <a:sym typeface="Nunito"/>
              </a:defRPr>
            </a:lvl1pPr>
            <a:lvl2pPr indent="0" lvl="1" marL="0" marR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800"/>
              <a:buFont typeface="Arial"/>
              <a:buNone/>
              <a:defRPr b="1" i="0" sz="800" u="none" cap="none" strike="noStrike">
                <a:solidFill>
                  <a:srgbClr val="434343"/>
                </a:solidFill>
                <a:latin typeface="Nunito"/>
                <a:ea typeface="Nunito"/>
                <a:cs typeface="Nunito"/>
                <a:sym typeface="Nunito"/>
              </a:defRPr>
            </a:lvl2pPr>
            <a:lvl3pPr indent="0" lvl="2" marL="0" marR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800"/>
              <a:buFont typeface="Arial"/>
              <a:buNone/>
              <a:defRPr b="1" i="0" sz="800" u="none" cap="none" strike="noStrike">
                <a:solidFill>
                  <a:srgbClr val="434343"/>
                </a:solidFill>
                <a:latin typeface="Nunito"/>
                <a:ea typeface="Nunito"/>
                <a:cs typeface="Nunito"/>
                <a:sym typeface="Nunito"/>
              </a:defRPr>
            </a:lvl3pPr>
            <a:lvl4pPr indent="0" lvl="3" marL="0" marR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800"/>
              <a:buFont typeface="Arial"/>
              <a:buNone/>
              <a:defRPr b="1" i="0" sz="800" u="none" cap="none" strike="noStrike">
                <a:solidFill>
                  <a:srgbClr val="434343"/>
                </a:solidFill>
                <a:latin typeface="Nunito"/>
                <a:ea typeface="Nunito"/>
                <a:cs typeface="Nunito"/>
                <a:sym typeface="Nunito"/>
              </a:defRPr>
            </a:lvl4pPr>
            <a:lvl5pPr indent="0" lvl="4" marL="0" marR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800"/>
              <a:buFont typeface="Arial"/>
              <a:buNone/>
              <a:defRPr b="1" i="0" sz="800" u="none" cap="none" strike="noStrike">
                <a:solidFill>
                  <a:srgbClr val="434343"/>
                </a:solidFill>
                <a:latin typeface="Nunito"/>
                <a:ea typeface="Nunito"/>
                <a:cs typeface="Nunito"/>
                <a:sym typeface="Nunito"/>
              </a:defRPr>
            </a:lvl5pPr>
            <a:lvl6pPr indent="0" lvl="5" marL="0" marR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800"/>
              <a:buFont typeface="Arial"/>
              <a:buNone/>
              <a:defRPr b="1" i="0" sz="800" u="none" cap="none" strike="noStrike">
                <a:solidFill>
                  <a:srgbClr val="434343"/>
                </a:solidFill>
                <a:latin typeface="Nunito"/>
                <a:ea typeface="Nunito"/>
                <a:cs typeface="Nunito"/>
                <a:sym typeface="Nunito"/>
              </a:defRPr>
            </a:lvl6pPr>
            <a:lvl7pPr indent="0" lvl="6" marL="0" marR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800"/>
              <a:buFont typeface="Arial"/>
              <a:buNone/>
              <a:defRPr b="1" i="0" sz="800" u="none" cap="none" strike="noStrike">
                <a:solidFill>
                  <a:srgbClr val="434343"/>
                </a:solidFill>
                <a:latin typeface="Nunito"/>
                <a:ea typeface="Nunito"/>
                <a:cs typeface="Nunito"/>
                <a:sym typeface="Nunito"/>
              </a:defRPr>
            </a:lvl7pPr>
            <a:lvl8pPr indent="0" lvl="7" marL="0" marR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800"/>
              <a:buFont typeface="Arial"/>
              <a:buNone/>
              <a:defRPr b="1" i="0" sz="800" u="none" cap="none" strike="noStrike">
                <a:solidFill>
                  <a:srgbClr val="434343"/>
                </a:solidFill>
                <a:latin typeface="Nunito"/>
                <a:ea typeface="Nunito"/>
                <a:cs typeface="Nunito"/>
                <a:sym typeface="Nunito"/>
              </a:defRPr>
            </a:lvl8pPr>
            <a:lvl9pPr indent="0" lvl="8" marL="0" marR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800"/>
              <a:buFont typeface="Arial"/>
              <a:buNone/>
              <a:defRPr b="1" i="0" sz="800" u="none" cap="none" strike="noStrike">
                <a:solidFill>
                  <a:srgbClr val="434343"/>
                </a:solidFill>
                <a:latin typeface="Nunito"/>
                <a:ea typeface="Nunito"/>
                <a:cs typeface="Nunito"/>
                <a:sym typeface="Nunito"/>
              </a:defRPr>
            </a:lvl9pPr>
          </a:lstStyle>
          <a:p>
            <a:pPr indent="0" lvl="0" marL="0" rtl="0" algn="ct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32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Section title and description">
  <p:cSld name="SECTION_TITLE_AND_DESCRIPTION">
    <p:spTree>
      <p:nvGrpSpPr>
        <p:cNvPr id="154" name="Shape 15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5" name="Google Shape;155;p34"/>
          <p:cNvSpPr/>
          <p:nvPr/>
        </p:nvSpPr>
        <p:spPr>
          <a:xfrm>
            <a:off x="4572000" y="-125"/>
            <a:ext cx="4572000" cy="5143500"/>
          </a:xfrm>
          <a:prstGeom prst="rect">
            <a:avLst/>
          </a:prstGeom>
          <a:solidFill>
            <a:schemeClr val="lt2"/>
          </a:solid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r>
              <a:t/>
            </a:r>
            <a:endParaRPr b="0" i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56" name="Google Shape;156;p34"/>
          <p:cNvSpPr txBox="1"/>
          <p:nvPr>
            <p:ph type="title"/>
          </p:nvPr>
        </p:nvSpPr>
        <p:spPr>
          <a:xfrm>
            <a:off x="265500" y="1233175"/>
            <a:ext cx="4045200" cy="1482300"/>
          </a:xfrm>
          <a:prstGeom prst="rect">
            <a:avLst/>
          </a:prstGeom>
          <a:noFill/>
          <a:ln>
            <a:noFill/>
          </a:ln>
        </p:spPr>
        <p:txBody>
          <a:bodyPr anchorCtr="0" anchor="b" bIns="91425" lIns="91425" spcFirstLastPara="1" rIns="91425" wrap="square" tIns="91425">
            <a:noAutofit/>
          </a:bodyPr>
          <a:lstStyle>
            <a:lvl1pPr lv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1pPr>
            <a:lvl2pPr lvl="1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2pPr>
            <a:lvl3pPr lvl="2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3pPr>
            <a:lvl4pPr lvl="3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4pPr>
            <a:lvl5pPr lvl="4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5pPr>
            <a:lvl6pPr lvl="5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6pPr>
            <a:lvl7pPr lvl="6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7pPr>
            <a:lvl8pPr lvl="7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8pPr>
            <a:lvl9pPr lvl="8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9pPr>
          </a:lstStyle>
          <a:p/>
        </p:txBody>
      </p:sp>
      <p:sp>
        <p:nvSpPr>
          <p:cNvPr id="157" name="Google Shape;157;p34"/>
          <p:cNvSpPr txBox="1"/>
          <p:nvPr>
            <p:ph idx="1" type="subTitle"/>
          </p:nvPr>
        </p:nvSpPr>
        <p:spPr>
          <a:xfrm>
            <a:off x="265500" y="2803075"/>
            <a:ext cx="4045200" cy="12351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lv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None/>
              <a:defRPr sz="2100"/>
            </a:lvl1pPr>
            <a:lvl2pPr lvl="1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None/>
              <a:defRPr sz="2100"/>
            </a:lvl2pPr>
            <a:lvl3pPr lvl="2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None/>
              <a:defRPr sz="2100"/>
            </a:lvl3pPr>
            <a:lvl4pPr lvl="3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None/>
              <a:defRPr sz="2100"/>
            </a:lvl4pPr>
            <a:lvl5pPr lvl="4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None/>
              <a:defRPr sz="2100"/>
            </a:lvl5pPr>
            <a:lvl6pPr lvl="5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None/>
              <a:defRPr sz="2100"/>
            </a:lvl6pPr>
            <a:lvl7pPr lvl="6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None/>
              <a:defRPr sz="2100"/>
            </a:lvl7pPr>
            <a:lvl8pPr lvl="7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None/>
              <a:defRPr sz="2100"/>
            </a:lvl8pPr>
            <a:lvl9pPr lvl="8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None/>
              <a:defRPr sz="2100"/>
            </a:lvl9pPr>
          </a:lstStyle>
          <a:p/>
        </p:txBody>
      </p:sp>
      <p:sp>
        <p:nvSpPr>
          <p:cNvPr id="158" name="Google Shape;158;p34"/>
          <p:cNvSpPr txBox="1"/>
          <p:nvPr>
            <p:ph idx="2" type="body"/>
          </p:nvPr>
        </p:nvSpPr>
        <p:spPr>
          <a:xfrm>
            <a:off x="4939500" y="724075"/>
            <a:ext cx="3837000" cy="36951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-323850" lvl="0" marL="4572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500"/>
              <a:buChar char="●"/>
              <a:defRPr/>
            </a:lvl1pPr>
            <a:lvl2pPr indent="-311150" lvl="1" marL="9144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300"/>
              <a:buChar char="○"/>
              <a:defRPr/>
            </a:lvl2pPr>
            <a:lvl3pPr indent="-304800" lvl="2" marL="1371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Char char="■"/>
              <a:defRPr/>
            </a:lvl3pPr>
            <a:lvl4pPr indent="-298450" lvl="3" marL="18288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100"/>
              <a:buChar char="●"/>
              <a:defRPr/>
            </a:lvl4pPr>
            <a:lvl5pPr indent="-292100" lvl="4" marL="22860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000"/>
              <a:buChar char="○"/>
              <a:defRPr/>
            </a:lvl5pPr>
            <a:lvl6pPr indent="-285750" lvl="5" marL="27432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900"/>
              <a:buChar char="■"/>
              <a:defRPr/>
            </a:lvl6pPr>
            <a:lvl7pPr indent="-279400" lvl="6" marL="32004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800"/>
              <a:buChar char="●"/>
              <a:defRPr/>
            </a:lvl7pPr>
            <a:lvl8pPr indent="-273050" lvl="7" marL="3657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700"/>
              <a:buChar char="○"/>
              <a:defRPr/>
            </a:lvl8pPr>
            <a:lvl9pPr indent="-266700" lvl="8" marL="4114800" algn="l">
              <a:lnSpc>
                <a:spcPct val="115000"/>
              </a:lnSpc>
              <a:spcBef>
                <a:spcPts val="1600"/>
              </a:spcBef>
              <a:spcAft>
                <a:spcPts val="1600"/>
              </a:spcAft>
              <a:buSzPts val="600"/>
              <a:buChar char="■"/>
              <a:defRPr/>
            </a:lvl9pPr>
          </a:lstStyle>
          <a:p/>
        </p:txBody>
      </p:sp>
      <p:sp>
        <p:nvSpPr>
          <p:cNvPr id="159" name="Google Shape;159;p34"/>
          <p:cNvSpPr txBox="1"/>
          <p:nvPr>
            <p:ph idx="12" type="sldNum"/>
          </p:nvPr>
        </p:nvSpPr>
        <p:spPr>
          <a:xfrm>
            <a:off x="8832299" y="4946907"/>
            <a:ext cx="365400" cy="2172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marR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800"/>
              <a:buFont typeface="Arial"/>
              <a:buNone/>
              <a:defRPr b="1" i="0" sz="800" u="none" cap="none" strike="noStrike">
                <a:solidFill>
                  <a:srgbClr val="434343"/>
                </a:solidFill>
                <a:latin typeface="Nunito"/>
                <a:ea typeface="Nunito"/>
                <a:cs typeface="Nunito"/>
                <a:sym typeface="Nunito"/>
              </a:defRPr>
            </a:lvl1pPr>
            <a:lvl2pPr indent="0" lvl="1" marL="0" marR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800"/>
              <a:buFont typeface="Arial"/>
              <a:buNone/>
              <a:defRPr b="1" i="0" sz="800" u="none" cap="none" strike="noStrike">
                <a:solidFill>
                  <a:srgbClr val="434343"/>
                </a:solidFill>
                <a:latin typeface="Nunito"/>
                <a:ea typeface="Nunito"/>
                <a:cs typeface="Nunito"/>
                <a:sym typeface="Nunito"/>
              </a:defRPr>
            </a:lvl2pPr>
            <a:lvl3pPr indent="0" lvl="2" marL="0" marR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800"/>
              <a:buFont typeface="Arial"/>
              <a:buNone/>
              <a:defRPr b="1" i="0" sz="800" u="none" cap="none" strike="noStrike">
                <a:solidFill>
                  <a:srgbClr val="434343"/>
                </a:solidFill>
                <a:latin typeface="Nunito"/>
                <a:ea typeface="Nunito"/>
                <a:cs typeface="Nunito"/>
                <a:sym typeface="Nunito"/>
              </a:defRPr>
            </a:lvl3pPr>
            <a:lvl4pPr indent="0" lvl="3" marL="0" marR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800"/>
              <a:buFont typeface="Arial"/>
              <a:buNone/>
              <a:defRPr b="1" i="0" sz="800" u="none" cap="none" strike="noStrike">
                <a:solidFill>
                  <a:srgbClr val="434343"/>
                </a:solidFill>
                <a:latin typeface="Nunito"/>
                <a:ea typeface="Nunito"/>
                <a:cs typeface="Nunito"/>
                <a:sym typeface="Nunito"/>
              </a:defRPr>
            </a:lvl4pPr>
            <a:lvl5pPr indent="0" lvl="4" marL="0" marR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800"/>
              <a:buFont typeface="Arial"/>
              <a:buNone/>
              <a:defRPr b="1" i="0" sz="800" u="none" cap="none" strike="noStrike">
                <a:solidFill>
                  <a:srgbClr val="434343"/>
                </a:solidFill>
                <a:latin typeface="Nunito"/>
                <a:ea typeface="Nunito"/>
                <a:cs typeface="Nunito"/>
                <a:sym typeface="Nunito"/>
              </a:defRPr>
            </a:lvl5pPr>
            <a:lvl6pPr indent="0" lvl="5" marL="0" marR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800"/>
              <a:buFont typeface="Arial"/>
              <a:buNone/>
              <a:defRPr b="1" i="0" sz="800" u="none" cap="none" strike="noStrike">
                <a:solidFill>
                  <a:srgbClr val="434343"/>
                </a:solidFill>
                <a:latin typeface="Nunito"/>
                <a:ea typeface="Nunito"/>
                <a:cs typeface="Nunito"/>
                <a:sym typeface="Nunito"/>
              </a:defRPr>
            </a:lvl6pPr>
            <a:lvl7pPr indent="0" lvl="6" marL="0" marR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800"/>
              <a:buFont typeface="Arial"/>
              <a:buNone/>
              <a:defRPr b="1" i="0" sz="800" u="none" cap="none" strike="noStrike">
                <a:solidFill>
                  <a:srgbClr val="434343"/>
                </a:solidFill>
                <a:latin typeface="Nunito"/>
                <a:ea typeface="Nunito"/>
                <a:cs typeface="Nunito"/>
                <a:sym typeface="Nunito"/>
              </a:defRPr>
            </a:lvl7pPr>
            <a:lvl8pPr indent="0" lvl="7" marL="0" marR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800"/>
              <a:buFont typeface="Arial"/>
              <a:buNone/>
              <a:defRPr b="1" i="0" sz="800" u="none" cap="none" strike="noStrike">
                <a:solidFill>
                  <a:srgbClr val="434343"/>
                </a:solidFill>
                <a:latin typeface="Nunito"/>
                <a:ea typeface="Nunito"/>
                <a:cs typeface="Nunito"/>
                <a:sym typeface="Nunito"/>
              </a:defRPr>
            </a:lvl8pPr>
            <a:lvl9pPr indent="0" lvl="8" marL="0" marR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800"/>
              <a:buFont typeface="Arial"/>
              <a:buNone/>
              <a:defRPr b="1" i="0" sz="800" u="none" cap="none" strike="noStrike">
                <a:solidFill>
                  <a:srgbClr val="434343"/>
                </a:solidFill>
                <a:latin typeface="Nunito"/>
                <a:ea typeface="Nunito"/>
                <a:cs typeface="Nunito"/>
                <a:sym typeface="Nunito"/>
              </a:defRPr>
            </a:lvl9pPr>
          </a:lstStyle>
          <a:p>
            <a:pPr indent="0" lvl="0" marL="0" rtl="0" algn="ct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33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Blank" type="blank">
  <p:cSld name="BLANK">
    <p:spTree>
      <p:nvGrpSpPr>
        <p:cNvPr id="160" name="Shape 16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1" name="Google Shape;161;p35"/>
          <p:cNvSpPr txBox="1"/>
          <p:nvPr>
            <p:ph idx="12" type="sldNum"/>
          </p:nvPr>
        </p:nvSpPr>
        <p:spPr>
          <a:xfrm>
            <a:off x="8832299" y="4946907"/>
            <a:ext cx="365400" cy="2172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marR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800"/>
              <a:buFont typeface="Arial"/>
              <a:buNone/>
              <a:defRPr b="1" i="0" sz="800" u="none" cap="none" strike="noStrike">
                <a:solidFill>
                  <a:srgbClr val="434343"/>
                </a:solidFill>
                <a:latin typeface="Nunito"/>
                <a:ea typeface="Nunito"/>
                <a:cs typeface="Nunito"/>
                <a:sym typeface="Nunito"/>
              </a:defRPr>
            </a:lvl1pPr>
            <a:lvl2pPr indent="0" lvl="1" marL="0" marR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800"/>
              <a:buFont typeface="Arial"/>
              <a:buNone/>
              <a:defRPr b="1" i="0" sz="800" u="none" cap="none" strike="noStrike">
                <a:solidFill>
                  <a:srgbClr val="434343"/>
                </a:solidFill>
                <a:latin typeface="Nunito"/>
                <a:ea typeface="Nunito"/>
                <a:cs typeface="Nunito"/>
                <a:sym typeface="Nunito"/>
              </a:defRPr>
            </a:lvl2pPr>
            <a:lvl3pPr indent="0" lvl="2" marL="0" marR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800"/>
              <a:buFont typeface="Arial"/>
              <a:buNone/>
              <a:defRPr b="1" i="0" sz="800" u="none" cap="none" strike="noStrike">
                <a:solidFill>
                  <a:srgbClr val="434343"/>
                </a:solidFill>
                <a:latin typeface="Nunito"/>
                <a:ea typeface="Nunito"/>
                <a:cs typeface="Nunito"/>
                <a:sym typeface="Nunito"/>
              </a:defRPr>
            </a:lvl3pPr>
            <a:lvl4pPr indent="0" lvl="3" marL="0" marR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800"/>
              <a:buFont typeface="Arial"/>
              <a:buNone/>
              <a:defRPr b="1" i="0" sz="800" u="none" cap="none" strike="noStrike">
                <a:solidFill>
                  <a:srgbClr val="434343"/>
                </a:solidFill>
                <a:latin typeface="Nunito"/>
                <a:ea typeface="Nunito"/>
                <a:cs typeface="Nunito"/>
                <a:sym typeface="Nunito"/>
              </a:defRPr>
            </a:lvl4pPr>
            <a:lvl5pPr indent="0" lvl="4" marL="0" marR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800"/>
              <a:buFont typeface="Arial"/>
              <a:buNone/>
              <a:defRPr b="1" i="0" sz="800" u="none" cap="none" strike="noStrike">
                <a:solidFill>
                  <a:srgbClr val="434343"/>
                </a:solidFill>
                <a:latin typeface="Nunito"/>
                <a:ea typeface="Nunito"/>
                <a:cs typeface="Nunito"/>
                <a:sym typeface="Nunito"/>
              </a:defRPr>
            </a:lvl5pPr>
            <a:lvl6pPr indent="0" lvl="5" marL="0" marR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800"/>
              <a:buFont typeface="Arial"/>
              <a:buNone/>
              <a:defRPr b="1" i="0" sz="800" u="none" cap="none" strike="noStrike">
                <a:solidFill>
                  <a:srgbClr val="434343"/>
                </a:solidFill>
                <a:latin typeface="Nunito"/>
                <a:ea typeface="Nunito"/>
                <a:cs typeface="Nunito"/>
                <a:sym typeface="Nunito"/>
              </a:defRPr>
            </a:lvl6pPr>
            <a:lvl7pPr indent="0" lvl="6" marL="0" marR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800"/>
              <a:buFont typeface="Arial"/>
              <a:buNone/>
              <a:defRPr b="1" i="0" sz="800" u="none" cap="none" strike="noStrike">
                <a:solidFill>
                  <a:srgbClr val="434343"/>
                </a:solidFill>
                <a:latin typeface="Nunito"/>
                <a:ea typeface="Nunito"/>
                <a:cs typeface="Nunito"/>
                <a:sym typeface="Nunito"/>
              </a:defRPr>
            </a:lvl7pPr>
            <a:lvl8pPr indent="0" lvl="7" marL="0" marR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800"/>
              <a:buFont typeface="Arial"/>
              <a:buNone/>
              <a:defRPr b="1" i="0" sz="800" u="none" cap="none" strike="noStrike">
                <a:solidFill>
                  <a:srgbClr val="434343"/>
                </a:solidFill>
                <a:latin typeface="Nunito"/>
                <a:ea typeface="Nunito"/>
                <a:cs typeface="Nunito"/>
                <a:sym typeface="Nunito"/>
              </a:defRPr>
            </a:lvl8pPr>
            <a:lvl9pPr indent="0" lvl="8" marL="0" marR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800"/>
              <a:buFont typeface="Arial"/>
              <a:buNone/>
              <a:defRPr b="1" i="0" sz="800" u="none" cap="none" strike="noStrike">
                <a:solidFill>
                  <a:srgbClr val="434343"/>
                </a:solidFill>
                <a:latin typeface="Nunito"/>
                <a:ea typeface="Nunito"/>
                <a:cs typeface="Nunito"/>
                <a:sym typeface="Nunito"/>
              </a:defRPr>
            </a:lvl9pPr>
          </a:lstStyle>
          <a:p>
            <a:pPr indent="0" lvl="0" marL="0" rtl="0" algn="ct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"/>
              <a:t>‹#›</a:t>
            </a:fld>
            <a:endParaRPr/>
          </a:p>
        </p:txBody>
      </p:sp>
    </p:spTree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image" Target="../media/image5.png"/><Relationship Id="rId2" Type="http://schemas.openxmlformats.org/officeDocument/2006/relationships/slideLayout" Target="../slideLayouts/slideLayout1.xml"/><Relationship Id="rId3" Type="http://schemas.openxmlformats.org/officeDocument/2006/relationships/slideLayout" Target="../slideLayouts/slideLayout2.xml"/><Relationship Id="rId4" Type="http://schemas.openxmlformats.org/officeDocument/2006/relationships/slideLayout" Target="../slideLayouts/slideLayout3.xml"/><Relationship Id="rId5" Type="http://schemas.openxmlformats.org/officeDocument/2006/relationships/slideLayout" Target="../slideLayouts/slideLayout4.xml"/><Relationship Id="rId6" Type="http://schemas.openxmlformats.org/officeDocument/2006/relationships/slideLayout" Target="../slideLayouts/slideLayout5.xml"/><Relationship Id="rId7" Type="http://schemas.openxmlformats.org/officeDocument/2006/relationships/slideLayout" Target="../slideLayouts/slideLayout6.xml"/><Relationship Id="rId8" Type="http://schemas.openxmlformats.org/officeDocument/2006/relationships/slideLayout" Target="../slideLayouts/slideLayout7.xml"/><Relationship Id="rId9" Type="http://schemas.openxmlformats.org/officeDocument/2006/relationships/slideLayout" Target="../slideLayouts/slideLayout8.xml"/><Relationship Id="rId10" Type="http://schemas.openxmlformats.org/officeDocument/2006/relationships/slideLayout" Target="../slideLayouts/slideLayout9.xml"/><Relationship Id="rId11" Type="http://schemas.openxmlformats.org/officeDocument/2006/relationships/slideLayout" Target="../slideLayouts/slideLayout10.xml"/><Relationship Id="rId12" Type="http://schemas.openxmlformats.org/officeDocument/2006/relationships/slideLayout" Target="../slideLayouts/slideLayout11.xml"/><Relationship Id="rId13" Type="http://schemas.openxmlformats.org/officeDocument/2006/relationships/slideLayout" Target="../slideLayouts/slideLayout12.xml"/><Relationship Id="rId14" Type="http://schemas.openxmlformats.org/officeDocument/2006/relationships/slideLayout" Target="../slideLayouts/slideLayout13.xml"/><Relationship Id="rId15" Type="http://schemas.openxmlformats.org/officeDocument/2006/relationships/slideLayout" Target="../slideLayouts/slideLayout14.xml"/><Relationship Id="rId16" Type="http://schemas.openxmlformats.org/officeDocument/2006/relationships/slideLayout" Target="../slideLayouts/slideLayout15.xml"/><Relationship Id="rId17" Type="http://schemas.openxmlformats.org/officeDocument/2006/relationships/slideLayout" Target="../slideLayouts/slideLayout16.xml"/><Relationship Id="rId18" Type="http://schemas.openxmlformats.org/officeDocument/2006/relationships/slideLayout" Target="../slideLayouts/slideLayout17.xml"/><Relationship Id="rId19" Type="http://schemas.openxmlformats.org/officeDocument/2006/relationships/slideLayout" Target="../slideLayouts/slideLayout18.xml"/><Relationship Id="rId20" Type="http://schemas.openxmlformats.org/officeDocument/2006/relationships/slideLayout" Target="../slideLayouts/slideLayout19.xml"/><Relationship Id="rId21" Type="http://schemas.openxmlformats.org/officeDocument/2006/relationships/slideLayout" Target="../slideLayouts/slideLayout20.xml"/><Relationship Id="rId22" Type="http://schemas.openxmlformats.org/officeDocument/2006/relationships/slideLayout" Target="../slideLayouts/slideLayout21.xml"/><Relationship Id="rId23" Type="http://schemas.openxmlformats.org/officeDocument/2006/relationships/slideLayout" Target="../slideLayouts/slideLayout22.xml"/><Relationship Id="rId24" Type="http://schemas.openxmlformats.org/officeDocument/2006/relationships/slideLayout" Target="../slideLayouts/slideLayout23.xml"/><Relationship Id="rId25" Type="http://schemas.openxmlformats.org/officeDocument/2006/relationships/theme" Target="../theme/theme1.xml"/></Relationships>
</file>

<file path=ppt/slideMasters/_rels/slideMaster2.xml.rels><?xml version='1.0' encoding='UTF-8' standalone='yes'?>
<Relationships xmlns="http://schemas.openxmlformats.org/package/2006/relationships"><Relationship Id="rId1" Type="http://schemas.openxmlformats.org/officeDocument/2006/relationships/image" Target="../media/image5.png"/><Relationship Id="rId2" Type="http://schemas.openxmlformats.org/officeDocument/2006/relationships/slideLayout" Target="../slideLayouts/slideLayout24.xml"/><Relationship Id="rId3" Type="http://schemas.openxmlformats.org/officeDocument/2006/relationships/slideLayout" Target="../slideLayouts/slideLayout25.xml"/><Relationship Id="rId4" Type="http://schemas.openxmlformats.org/officeDocument/2006/relationships/slideLayout" Target="../slideLayouts/slideLayout26.xml"/><Relationship Id="rId5" Type="http://schemas.openxmlformats.org/officeDocument/2006/relationships/slideLayout" Target="../slideLayouts/slideLayout27.xml"/><Relationship Id="rId6" Type="http://schemas.openxmlformats.org/officeDocument/2006/relationships/slideLayout" Target="../slideLayouts/slideLayout28.xml"/><Relationship Id="rId7" Type="http://schemas.openxmlformats.org/officeDocument/2006/relationships/slideLayout" Target="../slideLayouts/slideLayout29.xml"/><Relationship Id="rId8" Type="http://schemas.openxmlformats.org/officeDocument/2006/relationships/slideLayout" Target="../slideLayouts/slideLayout30.xml"/><Relationship Id="rId9" Type="http://schemas.openxmlformats.org/officeDocument/2006/relationships/slideLayout" Target="../slideLayouts/slideLayout31.xml"/><Relationship Id="rId10" Type="http://schemas.openxmlformats.org/officeDocument/2006/relationships/slideLayout" Target="../slideLayouts/slideLayout32.xml"/><Relationship Id="rId11" Type="http://schemas.openxmlformats.org/officeDocument/2006/relationships/slideLayout" Target="../slideLayouts/slideLayout33.xml"/><Relationship Id="rId12" Type="http://schemas.openxmlformats.org/officeDocument/2006/relationships/theme" Target="../theme/theme3.xml"/></Relationships>
</file>

<file path=ppt/slideMasters/slideMaster1.xml><?xml version="1.0" encoding="utf-8"?>
<p:sld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 name="simple-light-2">
    <p:bg>
      <p:bgPr>
        <a:solidFill>
          <a:schemeClr val="lt1"/>
        </a:solidFill>
      </p:bgPr>
    </p:bg>
    <p:spTree>
      <p:nvGrpSpPr>
        <p:cNvPr id="5" name="Shape 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" name="Google Shape;6;p1"/>
          <p:cNvSpPr txBox="1"/>
          <p:nvPr>
            <p:ph type="title"/>
          </p:nvPr>
        </p:nvSpPr>
        <p:spPr>
          <a:xfrm>
            <a:off x="201972" y="288368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lv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434343"/>
              </a:buClr>
              <a:buSzPts val="2200"/>
              <a:buFont typeface="Nunito"/>
              <a:buNone/>
              <a:defRPr b="1" i="0" sz="2200" u="none" cap="none" strike="noStrike">
                <a:solidFill>
                  <a:srgbClr val="434343"/>
                </a:solidFill>
                <a:latin typeface="Nunito"/>
                <a:ea typeface="Nunito"/>
                <a:cs typeface="Nunito"/>
                <a:sym typeface="Nunito"/>
              </a:defRPr>
            </a:lvl1pPr>
            <a:lvl2pPr lvl="1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434343"/>
              </a:buClr>
              <a:buSzPts val="2500"/>
              <a:buFont typeface="Nunito SemiBold"/>
              <a:buNone/>
              <a:defRPr b="1" i="0" sz="2500" u="none" cap="none" strike="noStrike">
                <a:solidFill>
                  <a:srgbClr val="434343"/>
                </a:solidFill>
                <a:latin typeface="Nunito SemiBold"/>
                <a:ea typeface="Nunito SemiBold"/>
                <a:cs typeface="Nunito SemiBold"/>
                <a:sym typeface="Nunito SemiBold"/>
              </a:defRPr>
            </a:lvl2pPr>
            <a:lvl3pPr lvl="2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434343"/>
              </a:buClr>
              <a:buSzPts val="2500"/>
              <a:buFont typeface="Nunito SemiBold"/>
              <a:buNone/>
              <a:defRPr b="1" i="0" sz="2500" u="none" cap="none" strike="noStrike">
                <a:solidFill>
                  <a:srgbClr val="434343"/>
                </a:solidFill>
                <a:latin typeface="Nunito SemiBold"/>
                <a:ea typeface="Nunito SemiBold"/>
                <a:cs typeface="Nunito SemiBold"/>
                <a:sym typeface="Nunito SemiBold"/>
              </a:defRPr>
            </a:lvl3pPr>
            <a:lvl4pPr lvl="3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434343"/>
              </a:buClr>
              <a:buSzPts val="2500"/>
              <a:buFont typeface="Nunito SemiBold"/>
              <a:buNone/>
              <a:defRPr b="1" i="0" sz="2500" u="none" cap="none" strike="noStrike">
                <a:solidFill>
                  <a:srgbClr val="434343"/>
                </a:solidFill>
                <a:latin typeface="Nunito SemiBold"/>
                <a:ea typeface="Nunito SemiBold"/>
                <a:cs typeface="Nunito SemiBold"/>
                <a:sym typeface="Nunito SemiBold"/>
              </a:defRPr>
            </a:lvl4pPr>
            <a:lvl5pPr lvl="4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434343"/>
              </a:buClr>
              <a:buSzPts val="2500"/>
              <a:buFont typeface="Nunito SemiBold"/>
              <a:buNone/>
              <a:defRPr b="1" i="0" sz="2500" u="none" cap="none" strike="noStrike">
                <a:solidFill>
                  <a:srgbClr val="434343"/>
                </a:solidFill>
                <a:latin typeface="Nunito SemiBold"/>
                <a:ea typeface="Nunito SemiBold"/>
                <a:cs typeface="Nunito SemiBold"/>
                <a:sym typeface="Nunito SemiBold"/>
              </a:defRPr>
            </a:lvl5pPr>
            <a:lvl6pPr lvl="5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434343"/>
              </a:buClr>
              <a:buSzPts val="2500"/>
              <a:buFont typeface="Nunito SemiBold"/>
              <a:buNone/>
              <a:defRPr b="1" i="0" sz="2500" u="none" cap="none" strike="noStrike">
                <a:solidFill>
                  <a:srgbClr val="434343"/>
                </a:solidFill>
                <a:latin typeface="Nunito SemiBold"/>
                <a:ea typeface="Nunito SemiBold"/>
                <a:cs typeface="Nunito SemiBold"/>
                <a:sym typeface="Nunito SemiBold"/>
              </a:defRPr>
            </a:lvl6pPr>
            <a:lvl7pPr lvl="6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434343"/>
              </a:buClr>
              <a:buSzPts val="2500"/>
              <a:buFont typeface="Nunito SemiBold"/>
              <a:buNone/>
              <a:defRPr b="1" i="0" sz="2500" u="none" cap="none" strike="noStrike">
                <a:solidFill>
                  <a:srgbClr val="434343"/>
                </a:solidFill>
                <a:latin typeface="Nunito SemiBold"/>
                <a:ea typeface="Nunito SemiBold"/>
                <a:cs typeface="Nunito SemiBold"/>
                <a:sym typeface="Nunito SemiBold"/>
              </a:defRPr>
            </a:lvl7pPr>
            <a:lvl8pPr lvl="7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434343"/>
              </a:buClr>
              <a:buSzPts val="2500"/>
              <a:buFont typeface="Nunito SemiBold"/>
              <a:buNone/>
              <a:defRPr b="1" i="0" sz="2500" u="none" cap="none" strike="noStrike">
                <a:solidFill>
                  <a:srgbClr val="434343"/>
                </a:solidFill>
                <a:latin typeface="Nunito SemiBold"/>
                <a:ea typeface="Nunito SemiBold"/>
                <a:cs typeface="Nunito SemiBold"/>
                <a:sym typeface="Nunito SemiBold"/>
              </a:defRPr>
            </a:lvl8pPr>
            <a:lvl9pPr lvl="8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434343"/>
              </a:buClr>
              <a:buSzPts val="2500"/>
              <a:buFont typeface="Nunito SemiBold"/>
              <a:buNone/>
              <a:defRPr b="1" i="0" sz="2500" u="none" cap="none" strike="noStrike">
                <a:solidFill>
                  <a:srgbClr val="434343"/>
                </a:solidFill>
                <a:latin typeface="Nunito SemiBold"/>
                <a:ea typeface="Nunito SemiBold"/>
                <a:cs typeface="Nunito SemiBold"/>
                <a:sym typeface="Nunito SemiBold"/>
              </a:defRPr>
            </a:lvl9pPr>
          </a:lstStyle>
          <a:p/>
        </p:txBody>
      </p:sp>
      <p:sp>
        <p:nvSpPr>
          <p:cNvPr id="7" name="Google Shape;7;p1"/>
          <p:cNvSpPr txBox="1"/>
          <p:nvPr>
            <p:ph idx="1" type="body"/>
          </p:nvPr>
        </p:nvSpPr>
        <p:spPr>
          <a:xfrm>
            <a:off x="311700" y="861075"/>
            <a:ext cx="8520600" cy="34164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indent="-323850" lvl="0" marL="457200" marR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500"/>
              <a:buFont typeface="Nunito"/>
              <a:buChar char="●"/>
              <a:defRPr b="0" i="0" sz="1500" u="none" cap="none" strike="noStrike">
                <a:solidFill>
                  <a:schemeClr val="dk2"/>
                </a:solidFill>
                <a:latin typeface="Nunito"/>
                <a:ea typeface="Nunito"/>
                <a:cs typeface="Nunito"/>
                <a:sym typeface="Nunito"/>
              </a:defRPr>
            </a:lvl1pPr>
            <a:lvl2pPr indent="-311150" lvl="1" marL="914400" marR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chemeClr val="dk2"/>
              </a:buClr>
              <a:buSzPts val="1300"/>
              <a:buFont typeface="Nunito"/>
              <a:buChar char="○"/>
              <a:defRPr b="0" i="0" sz="1300" u="none" cap="none" strike="noStrike">
                <a:solidFill>
                  <a:schemeClr val="dk2"/>
                </a:solidFill>
                <a:latin typeface="Nunito"/>
                <a:ea typeface="Nunito"/>
                <a:cs typeface="Nunito"/>
                <a:sym typeface="Nunito"/>
              </a:defRPr>
            </a:lvl2pPr>
            <a:lvl3pPr indent="-304800" lvl="2" marL="1371600" marR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chemeClr val="dk2"/>
              </a:buClr>
              <a:buSzPts val="1200"/>
              <a:buFont typeface="Nunito"/>
              <a:buChar char="■"/>
              <a:defRPr b="0" i="0" sz="1200" u="none" cap="none" strike="noStrike">
                <a:solidFill>
                  <a:schemeClr val="dk2"/>
                </a:solidFill>
                <a:latin typeface="Nunito"/>
                <a:ea typeface="Nunito"/>
                <a:cs typeface="Nunito"/>
                <a:sym typeface="Nunito"/>
              </a:defRPr>
            </a:lvl3pPr>
            <a:lvl4pPr indent="-298450" lvl="3" marL="1828800" marR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chemeClr val="dk2"/>
              </a:buClr>
              <a:buSzPts val="1100"/>
              <a:buFont typeface="Nunito"/>
              <a:buChar char="●"/>
              <a:defRPr b="0" i="0" sz="1100" u="none" cap="none" strike="noStrike">
                <a:solidFill>
                  <a:schemeClr val="dk2"/>
                </a:solidFill>
                <a:latin typeface="Nunito"/>
                <a:ea typeface="Nunito"/>
                <a:cs typeface="Nunito"/>
                <a:sym typeface="Nunito"/>
              </a:defRPr>
            </a:lvl4pPr>
            <a:lvl5pPr indent="-292100" lvl="4" marL="2286000" marR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chemeClr val="dk2"/>
              </a:buClr>
              <a:buSzPts val="1000"/>
              <a:buFont typeface="Nunito"/>
              <a:buChar char="○"/>
              <a:defRPr b="0" i="0" sz="1000" u="none" cap="none" strike="noStrike">
                <a:solidFill>
                  <a:schemeClr val="dk2"/>
                </a:solidFill>
                <a:latin typeface="Nunito"/>
                <a:ea typeface="Nunito"/>
                <a:cs typeface="Nunito"/>
                <a:sym typeface="Nunito"/>
              </a:defRPr>
            </a:lvl5pPr>
            <a:lvl6pPr indent="-285750" lvl="5" marL="2743200" marR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chemeClr val="dk2"/>
              </a:buClr>
              <a:buSzPts val="900"/>
              <a:buFont typeface="Nunito"/>
              <a:buChar char="■"/>
              <a:defRPr b="0" i="0" sz="900" u="none" cap="none" strike="noStrike">
                <a:solidFill>
                  <a:schemeClr val="dk2"/>
                </a:solidFill>
                <a:latin typeface="Nunito"/>
                <a:ea typeface="Nunito"/>
                <a:cs typeface="Nunito"/>
                <a:sym typeface="Nunito"/>
              </a:defRPr>
            </a:lvl6pPr>
            <a:lvl7pPr indent="-279400" lvl="6" marL="3200400" marR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chemeClr val="dk2"/>
              </a:buClr>
              <a:buSzPts val="800"/>
              <a:buFont typeface="Nunito"/>
              <a:buChar char="●"/>
              <a:defRPr b="0" i="0" sz="800" u="none" cap="none" strike="noStrike">
                <a:solidFill>
                  <a:schemeClr val="dk2"/>
                </a:solidFill>
                <a:latin typeface="Nunito"/>
                <a:ea typeface="Nunito"/>
                <a:cs typeface="Nunito"/>
                <a:sym typeface="Nunito"/>
              </a:defRPr>
            </a:lvl7pPr>
            <a:lvl8pPr indent="-273050" lvl="7" marL="3657600" marR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chemeClr val="dk2"/>
              </a:buClr>
              <a:buSzPts val="700"/>
              <a:buFont typeface="Nunito"/>
              <a:buChar char="○"/>
              <a:defRPr b="0" i="0" sz="700" u="none" cap="none" strike="noStrike">
                <a:solidFill>
                  <a:schemeClr val="dk2"/>
                </a:solidFill>
                <a:latin typeface="Nunito"/>
                <a:ea typeface="Nunito"/>
                <a:cs typeface="Nunito"/>
                <a:sym typeface="Nunito"/>
              </a:defRPr>
            </a:lvl8pPr>
            <a:lvl9pPr indent="-266700" lvl="8" marL="4114800" marR="0" rtl="0" algn="l">
              <a:lnSpc>
                <a:spcPct val="115000"/>
              </a:lnSpc>
              <a:spcBef>
                <a:spcPts val="1600"/>
              </a:spcBef>
              <a:spcAft>
                <a:spcPts val="1600"/>
              </a:spcAft>
              <a:buClr>
                <a:schemeClr val="dk2"/>
              </a:buClr>
              <a:buSzPts val="600"/>
              <a:buFont typeface="Nunito"/>
              <a:buChar char="■"/>
              <a:defRPr b="0" i="0" sz="600" u="none" cap="none" strike="noStrike">
                <a:solidFill>
                  <a:schemeClr val="dk2"/>
                </a:solidFill>
                <a:latin typeface="Nunito"/>
                <a:ea typeface="Nunito"/>
                <a:cs typeface="Nunito"/>
                <a:sym typeface="Nunito"/>
              </a:defRPr>
            </a:lvl9pPr>
          </a:lstStyle>
          <a:p/>
        </p:txBody>
      </p:sp>
      <p:sp>
        <p:nvSpPr>
          <p:cNvPr id="8" name="Google Shape;8;p1"/>
          <p:cNvSpPr txBox="1"/>
          <p:nvPr/>
        </p:nvSpPr>
        <p:spPr>
          <a:xfrm>
            <a:off x="2234400" y="4917657"/>
            <a:ext cx="4675200" cy="275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12700" marR="0" rtl="0" algn="ctr">
              <a:lnSpc>
                <a:spcPct val="1025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700"/>
              <a:buFont typeface="Arial"/>
              <a:buNone/>
            </a:pPr>
            <a:r>
              <a:rPr b="1" i="0" lang="en" sz="700" u="none" cap="none" strike="noStrike">
                <a:solidFill>
                  <a:srgbClr val="434343"/>
                </a:solidFill>
                <a:latin typeface="Nunito"/>
                <a:ea typeface="Nunito"/>
                <a:cs typeface="Nunito"/>
                <a:sym typeface="Nunito"/>
              </a:rPr>
              <a:t>Proprietary content. © Great Learning. All Rights Reserved. Unauthorized use or distribution prohibited.</a:t>
            </a:r>
            <a:endParaRPr b="1" i="0" sz="700" u="none" cap="none" strike="noStrike">
              <a:solidFill>
                <a:srgbClr val="434343"/>
              </a:solidFill>
              <a:latin typeface="Nunito"/>
              <a:ea typeface="Nunito"/>
              <a:cs typeface="Nunito"/>
              <a:sym typeface="Nunito"/>
            </a:endParaRPr>
          </a:p>
        </p:txBody>
      </p:sp>
      <p:sp>
        <p:nvSpPr>
          <p:cNvPr id="9" name="Google Shape;9;p1"/>
          <p:cNvSpPr txBox="1"/>
          <p:nvPr>
            <p:ph idx="12" type="sldNum"/>
          </p:nvPr>
        </p:nvSpPr>
        <p:spPr>
          <a:xfrm>
            <a:off x="8832299" y="4946907"/>
            <a:ext cx="365400" cy="2172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800"/>
              <a:buFont typeface="Arial"/>
              <a:buNone/>
              <a:defRPr b="1" i="0" sz="800" u="none" cap="none" strike="noStrike">
                <a:solidFill>
                  <a:srgbClr val="434343"/>
                </a:solidFill>
                <a:latin typeface="Nunito"/>
                <a:ea typeface="Nunito"/>
                <a:cs typeface="Nunito"/>
                <a:sym typeface="Nunito"/>
              </a:defRPr>
            </a:lvl1pPr>
            <a:lvl2pPr indent="0" lvl="1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800"/>
              <a:buFont typeface="Arial"/>
              <a:buNone/>
              <a:defRPr b="1" i="0" sz="800" u="none" cap="none" strike="noStrike">
                <a:solidFill>
                  <a:srgbClr val="434343"/>
                </a:solidFill>
                <a:latin typeface="Nunito"/>
                <a:ea typeface="Nunito"/>
                <a:cs typeface="Nunito"/>
                <a:sym typeface="Nunito"/>
              </a:defRPr>
            </a:lvl2pPr>
            <a:lvl3pPr indent="0" lvl="2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800"/>
              <a:buFont typeface="Arial"/>
              <a:buNone/>
              <a:defRPr b="1" i="0" sz="800" u="none" cap="none" strike="noStrike">
                <a:solidFill>
                  <a:srgbClr val="434343"/>
                </a:solidFill>
                <a:latin typeface="Nunito"/>
                <a:ea typeface="Nunito"/>
                <a:cs typeface="Nunito"/>
                <a:sym typeface="Nunito"/>
              </a:defRPr>
            </a:lvl3pPr>
            <a:lvl4pPr indent="0" lvl="3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800"/>
              <a:buFont typeface="Arial"/>
              <a:buNone/>
              <a:defRPr b="1" i="0" sz="800" u="none" cap="none" strike="noStrike">
                <a:solidFill>
                  <a:srgbClr val="434343"/>
                </a:solidFill>
                <a:latin typeface="Nunito"/>
                <a:ea typeface="Nunito"/>
                <a:cs typeface="Nunito"/>
                <a:sym typeface="Nunito"/>
              </a:defRPr>
            </a:lvl4pPr>
            <a:lvl5pPr indent="0" lvl="4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800"/>
              <a:buFont typeface="Arial"/>
              <a:buNone/>
              <a:defRPr b="1" i="0" sz="800" u="none" cap="none" strike="noStrike">
                <a:solidFill>
                  <a:srgbClr val="434343"/>
                </a:solidFill>
                <a:latin typeface="Nunito"/>
                <a:ea typeface="Nunito"/>
                <a:cs typeface="Nunito"/>
                <a:sym typeface="Nunito"/>
              </a:defRPr>
            </a:lvl5pPr>
            <a:lvl6pPr indent="0" lvl="5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800"/>
              <a:buFont typeface="Arial"/>
              <a:buNone/>
              <a:defRPr b="1" i="0" sz="800" u="none" cap="none" strike="noStrike">
                <a:solidFill>
                  <a:srgbClr val="434343"/>
                </a:solidFill>
                <a:latin typeface="Nunito"/>
                <a:ea typeface="Nunito"/>
                <a:cs typeface="Nunito"/>
                <a:sym typeface="Nunito"/>
              </a:defRPr>
            </a:lvl6pPr>
            <a:lvl7pPr indent="0" lvl="6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800"/>
              <a:buFont typeface="Arial"/>
              <a:buNone/>
              <a:defRPr b="1" i="0" sz="800" u="none" cap="none" strike="noStrike">
                <a:solidFill>
                  <a:srgbClr val="434343"/>
                </a:solidFill>
                <a:latin typeface="Nunito"/>
                <a:ea typeface="Nunito"/>
                <a:cs typeface="Nunito"/>
                <a:sym typeface="Nunito"/>
              </a:defRPr>
            </a:lvl7pPr>
            <a:lvl8pPr indent="0" lvl="7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800"/>
              <a:buFont typeface="Arial"/>
              <a:buNone/>
              <a:defRPr b="1" i="0" sz="800" u="none" cap="none" strike="noStrike">
                <a:solidFill>
                  <a:srgbClr val="434343"/>
                </a:solidFill>
                <a:latin typeface="Nunito"/>
                <a:ea typeface="Nunito"/>
                <a:cs typeface="Nunito"/>
                <a:sym typeface="Nunito"/>
              </a:defRPr>
            </a:lvl8pPr>
            <a:lvl9pPr indent="0" lvl="8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800"/>
              <a:buFont typeface="Arial"/>
              <a:buNone/>
              <a:defRPr b="1" i="0" sz="800" u="none" cap="none" strike="noStrike">
                <a:solidFill>
                  <a:srgbClr val="434343"/>
                </a:solidFill>
                <a:latin typeface="Nunito"/>
                <a:ea typeface="Nunito"/>
                <a:cs typeface="Nunito"/>
                <a:sym typeface="Nunito"/>
              </a:defRPr>
            </a:lvl9pPr>
          </a:lstStyle>
          <a:p>
            <a:pPr indent="0" lvl="0" marL="0" rtl="0" algn="ct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"/>
              <a:t>‹#›</a:t>
            </a:fld>
            <a:endParaRPr/>
          </a:p>
        </p:txBody>
      </p:sp>
      <p:pic>
        <p:nvPicPr>
          <p:cNvPr id="10" name="Google Shape;10;p1"/>
          <p:cNvPicPr preferRelativeResize="0"/>
          <p:nvPr/>
        </p:nvPicPr>
        <p:blipFill rotWithShape="1">
          <a:blip r:embed="rId1">
            <a:alphaModFix/>
          </a:blip>
          <a:srcRect b="0" l="0" r="0" t="0"/>
          <a:stretch/>
        </p:blipFill>
        <p:spPr>
          <a:xfrm>
            <a:off x="7669500" y="68264"/>
            <a:ext cx="1395476" cy="572701"/>
          </a:xfrm>
          <a:prstGeom prst="rect">
            <a:avLst/>
          </a:prstGeom>
          <a:noFill/>
          <a:ln>
            <a:noFill/>
          </a:ln>
        </p:spPr>
      </p:pic>
      <p:grpSp>
        <p:nvGrpSpPr>
          <p:cNvPr id="11" name="Google Shape;11;p1"/>
          <p:cNvGrpSpPr/>
          <p:nvPr/>
        </p:nvGrpSpPr>
        <p:grpSpPr>
          <a:xfrm>
            <a:off x="6593" y="10"/>
            <a:ext cx="175500" cy="709221"/>
            <a:chOff x="6593" y="10"/>
            <a:chExt cx="175500" cy="709221"/>
          </a:xfrm>
        </p:grpSpPr>
        <p:sp>
          <p:nvSpPr>
            <p:cNvPr id="12" name="Google Shape;12;p1"/>
            <p:cNvSpPr/>
            <p:nvPr/>
          </p:nvSpPr>
          <p:spPr>
            <a:xfrm>
              <a:off x="6593" y="10"/>
              <a:ext cx="175500" cy="355500"/>
            </a:xfrm>
            <a:prstGeom prst="rect">
              <a:avLst/>
            </a:prstGeom>
            <a:solidFill>
              <a:srgbClr val="0E39A9"/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marR="0" rtl="0"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Arial"/>
                <a:buNone/>
              </a:pPr>
              <a:r>
                <a:t/>
              </a:r>
              <a:endPara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13" name="Google Shape;13;p1"/>
            <p:cNvSpPr/>
            <p:nvPr/>
          </p:nvSpPr>
          <p:spPr>
            <a:xfrm>
              <a:off x="6593" y="353731"/>
              <a:ext cx="175500" cy="355500"/>
            </a:xfrm>
            <a:prstGeom prst="rect">
              <a:avLst/>
            </a:prstGeom>
            <a:solidFill>
              <a:srgbClr val="1974D2"/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marR="0" rtl="0"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Arial"/>
                <a:buNone/>
              </a:pPr>
              <a:r>
                <a:t/>
              </a:r>
              <a:endPara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</p:grpSp>
    </p:spTree>
  </p:cSld>
  <p:clrMap accent1="accent1" accent2="accent2" accent3="accent3" accent4="accent4" accent5="accent5" accent6="accent6" bg1="lt1" bg2="dk2" tx1="dk1" tx2="lt2" folHlink="folHlink" hlink="hlink"/>
  <p:sldLayoutIdLst>
    <p:sldLayoutId id="2147483648" r:id="rId2"/>
    <p:sldLayoutId id="2147483649" r:id="rId3"/>
    <p:sldLayoutId id="2147483650" r:id="rId4"/>
    <p:sldLayoutId id="2147483651" r:id="rId5"/>
    <p:sldLayoutId id="2147483652" r:id="rId6"/>
    <p:sldLayoutId id="2147483653" r:id="rId7"/>
    <p:sldLayoutId id="2147483654" r:id="rId8"/>
    <p:sldLayoutId id="2147483655" r:id="rId9"/>
    <p:sldLayoutId id="2147483656" r:id="rId10"/>
    <p:sldLayoutId id="2147483657" r:id="rId11"/>
    <p:sldLayoutId id="2147483658" r:id="rId12"/>
    <p:sldLayoutId id="2147483659" r:id="rId13"/>
    <p:sldLayoutId id="2147483660" r:id="rId14"/>
    <p:sldLayoutId id="2147483661" r:id="rId15"/>
    <p:sldLayoutId id="2147483662" r:id="rId16"/>
    <p:sldLayoutId id="2147483663" r:id="rId17"/>
    <p:sldLayoutId id="2147483664" r:id="rId18"/>
    <p:sldLayoutId id="2147483665" r:id="rId19"/>
    <p:sldLayoutId id="2147483666" r:id="rId20"/>
    <p:sldLayoutId id="2147483667" r:id="rId21"/>
    <p:sldLayoutId id="2147483668" r:id="rId22"/>
    <p:sldLayoutId id="2147483669" r:id="rId23"/>
    <p:sldLayoutId id="2147483670" r:id="rId24"/>
  </p:sldLayoutIdLst>
  <p:hf dt="0" ftr="0" hdr="0" sldNum="0"/>
  <p:txStyles>
    <p:title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titleStyle>
    <p:body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bodyStyle>
    <p:other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otherStyle>
  </p:txStyles>
</p:sldMaster>
</file>

<file path=ppt/slideMasters/slideMaster2.xml><?xml version="1.0" encoding="utf-8"?>
<p:sld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 name="simple-light-2">
    <p:bg>
      <p:bgPr>
        <a:solidFill>
          <a:schemeClr val="lt1"/>
        </a:solidFill>
      </p:bgPr>
    </p:bg>
    <p:spTree>
      <p:nvGrpSpPr>
        <p:cNvPr id="114" name="Shape 11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5" name="Google Shape;115;p25"/>
          <p:cNvSpPr txBox="1"/>
          <p:nvPr>
            <p:ph type="title"/>
          </p:nvPr>
        </p:nvSpPr>
        <p:spPr>
          <a:xfrm>
            <a:off x="201972" y="288368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lv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434343"/>
              </a:buClr>
              <a:buSzPts val="2200"/>
              <a:buFont typeface="Nunito"/>
              <a:buNone/>
              <a:defRPr b="1" i="0" sz="2200" u="none" cap="none" strike="noStrike">
                <a:solidFill>
                  <a:srgbClr val="434343"/>
                </a:solidFill>
                <a:latin typeface="Nunito"/>
                <a:ea typeface="Nunito"/>
                <a:cs typeface="Nunito"/>
                <a:sym typeface="Nunito"/>
              </a:defRPr>
            </a:lvl1pPr>
            <a:lvl2pPr lvl="1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434343"/>
              </a:buClr>
              <a:buSzPts val="2500"/>
              <a:buFont typeface="Nunito SemiBold"/>
              <a:buNone/>
              <a:defRPr b="1" i="0" sz="2500" u="none" cap="none" strike="noStrike">
                <a:solidFill>
                  <a:srgbClr val="434343"/>
                </a:solidFill>
                <a:latin typeface="Nunito SemiBold"/>
                <a:ea typeface="Nunito SemiBold"/>
                <a:cs typeface="Nunito SemiBold"/>
                <a:sym typeface="Nunito SemiBold"/>
              </a:defRPr>
            </a:lvl2pPr>
            <a:lvl3pPr lvl="2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434343"/>
              </a:buClr>
              <a:buSzPts val="2500"/>
              <a:buFont typeface="Nunito SemiBold"/>
              <a:buNone/>
              <a:defRPr b="1" i="0" sz="2500" u="none" cap="none" strike="noStrike">
                <a:solidFill>
                  <a:srgbClr val="434343"/>
                </a:solidFill>
                <a:latin typeface="Nunito SemiBold"/>
                <a:ea typeface="Nunito SemiBold"/>
                <a:cs typeface="Nunito SemiBold"/>
                <a:sym typeface="Nunito SemiBold"/>
              </a:defRPr>
            </a:lvl3pPr>
            <a:lvl4pPr lvl="3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434343"/>
              </a:buClr>
              <a:buSzPts val="2500"/>
              <a:buFont typeface="Nunito SemiBold"/>
              <a:buNone/>
              <a:defRPr b="1" i="0" sz="2500" u="none" cap="none" strike="noStrike">
                <a:solidFill>
                  <a:srgbClr val="434343"/>
                </a:solidFill>
                <a:latin typeface="Nunito SemiBold"/>
                <a:ea typeface="Nunito SemiBold"/>
                <a:cs typeface="Nunito SemiBold"/>
                <a:sym typeface="Nunito SemiBold"/>
              </a:defRPr>
            </a:lvl4pPr>
            <a:lvl5pPr lvl="4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434343"/>
              </a:buClr>
              <a:buSzPts val="2500"/>
              <a:buFont typeface="Nunito SemiBold"/>
              <a:buNone/>
              <a:defRPr b="1" i="0" sz="2500" u="none" cap="none" strike="noStrike">
                <a:solidFill>
                  <a:srgbClr val="434343"/>
                </a:solidFill>
                <a:latin typeface="Nunito SemiBold"/>
                <a:ea typeface="Nunito SemiBold"/>
                <a:cs typeface="Nunito SemiBold"/>
                <a:sym typeface="Nunito SemiBold"/>
              </a:defRPr>
            </a:lvl5pPr>
            <a:lvl6pPr lvl="5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434343"/>
              </a:buClr>
              <a:buSzPts val="2500"/>
              <a:buFont typeface="Nunito SemiBold"/>
              <a:buNone/>
              <a:defRPr b="1" i="0" sz="2500" u="none" cap="none" strike="noStrike">
                <a:solidFill>
                  <a:srgbClr val="434343"/>
                </a:solidFill>
                <a:latin typeface="Nunito SemiBold"/>
                <a:ea typeface="Nunito SemiBold"/>
                <a:cs typeface="Nunito SemiBold"/>
                <a:sym typeface="Nunito SemiBold"/>
              </a:defRPr>
            </a:lvl6pPr>
            <a:lvl7pPr lvl="6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434343"/>
              </a:buClr>
              <a:buSzPts val="2500"/>
              <a:buFont typeface="Nunito SemiBold"/>
              <a:buNone/>
              <a:defRPr b="1" i="0" sz="2500" u="none" cap="none" strike="noStrike">
                <a:solidFill>
                  <a:srgbClr val="434343"/>
                </a:solidFill>
                <a:latin typeface="Nunito SemiBold"/>
                <a:ea typeface="Nunito SemiBold"/>
                <a:cs typeface="Nunito SemiBold"/>
                <a:sym typeface="Nunito SemiBold"/>
              </a:defRPr>
            </a:lvl7pPr>
            <a:lvl8pPr lvl="7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434343"/>
              </a:buClr>
              <a:buSzPts val="2500"/>
              <a:buFont typeface="Nunito SemiBold"/>
              <a:buNone/>
              <a:defRPr b="1" i="0" sz="2500" u="none" cap="none" strike="noStrike">
                <a:solidFill>
                  <a:srgbClr val="434343"/>
                </a:solidFill>
                <a:latin typeface="Nunito SemiBold"/>
                <a:ea typeface="Nunito SemiBold"/>
                <a:cs typeface="Nunito SemiBold"/>
                <a:sym typeface="Nunito SemiBold"/>
              </a:defRPr>
            </a:lvl8pPr>
            <a:lvl9pPr lvl="8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434343"/>
              </a:buClr>
              <a:buSzPts val="2500"/>
              <a:buFont typeface="Nunito SemiBold"/>
              <a:buNone/>
              <a:defRPr b="1" i="0" sz="2500" u="none" cap="none" strike="noStrike">
                <a:solidFill>
                  <a:srgbClr val="434343"/>
                </a:solidFill>
                <a:latin typeface="Nunito SemiBold"/>
                <a:ea typeface="Nunito SemiBold"/>
                <a:cs typeface="Nunito SemiBold"/>
                <a:sym typeface="Nunito SemiBold"/>
              </a:defRPr>
            </a:lvl9pPr>
          </a:lstStyle>
          <a:p/>
        </p:txBody>
      </p:sp>
      <p:sp>
        <p:nvSpPr>
          <p:cNvPr id="116" name="Google Shape;116;p25"/>
          <p:cNvSpPr txBox="1"/>
          <p:nvPr>
            <p:ph idx="1" type="body"/>
          </p:nvPr>
        </p:nvSpPr>
        <p:spPr>
          <a:xfrm>
            <a:off x="311700" y="861075"/>
            <a:ext cx="8520600" cy="34164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indent="-323850" lvl="0" marL="457200" marR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500"/>
              <a:buFont typeface="Nunito"/>
              <a:buChar char="●"/>
              <a:defRPr b="0" i="0" sz="1500" u="none" cap="none" strike="noStrike">
                <a:solidFill>
                  <a:schemeClr val="dk2"/>
                </a:solidFill>
                <a:latin typeface="Nunito"/>
                <a:ea typeface="Nunito"/>
                <a:cs typeface="Nunito"/>
                <a:sym typeface="Nunito"/>
              </a:defRPr>
            </a:lvl1pPr>
            <a:lvl2pPr indent="-311150" lvl="1" marL="914400" marR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chemeClr val="dk2"/>
              </a:buClr>
              <a:buSzPts val="1300"/>
              <a:buFont typeface="Nunito"/>
              <a:buChar char="○"/>
              <a:defRPr b="0" i="0" sz="1300" u="none" cap="none" strike="noStrike">
                <a:solidFill>
                  <a:schemeClr val="dk2"/>
                </a:solidFill>
                <a:latin typeface="Nunito"/>
                <a:ea typeface="Nunito"/>
                <a:cs typeface="Nunito"/>
                <a:sym typeface="Nunito"/>
              </a:defRPr>
            </a:lvl2pPr>
            <a:lvl3pPr indent="-304800" lvl="2" marL="1371600" marR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chemeClr val="dk2"/>
              </a:buClr>
              <a:buSzPts val="1200"/>
              <a:buFont typeface="Nunito"/>
              <a:buChar char="■"/>
              <a:defRPr b="0" i="0" sz="1200" u="none" cap="none" strike="noStrike">
                <a:solidFill>
                  <a:schemeClr val="dk2"/>
                </a:solidFill>
                <a:latin typeface="Nunito"/>
                <a:ea typeface="Nunito"/>
                <a:cs typeface="Nunito"/>
                <a:sym typeface="Nunito"/>
              </a:defRPr>
            </a:lvl3pPr>
            <a:lvl4pPr indent="-298450" lvl="3" marL="1828800" marR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chemeClr val="dk2"/>
              </a:buClr>
              <a:buSzPts val="1100"/>
              <a:buFont typeface="Nunito"/>
              <a:buChar char="●"/>
              <a:defRPr b="0" i="0" sz="1100" u="none" cap="none" strike="noStrike">
                <a:solidFill>
                  <a:schemeClr val="dk2"/>
                </a:solidFill>
                <a:latin typeface="Nunito"/>
                <a:ea typeface="Nunito"/>
                <a:cs typeface="Nunito"/>
                <a:sym typeface="Nunito"/>
              </a:defRPr>
            </a:lvl4pPr>
            <a:lvl5pPr indent="-292100" lvl="4" marL="2286000" marR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chemeClr val="dk2"/>
              </a:buClr>
              <a:buSzPts val="1000"/>
              <a:buFont typeface="Nunito"/>
              <a:buChar char="○"/>
              <a:defRPr b="0" i="0" sz="1000" u="none" cap="none" strike="noStrike">
                <a:solidFill>
                  <a:schemeClr val="dk2"/>
                </a:solidFill>
                <a:latin typeface="Nunito"/>
                <a:ea typeface="Nunito"/>
                <a:cs typeface="Nunito"/>
                <a:sym typeface="Nunito"/>
              </a:defRPr>
            </a:lvl5pPr>
            <a:lvl6pPr indent="-285750" lvl="5" marL="2743200" marR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chemeClr val="dk2"/>
              </a:buClr>
              <a:buSzPts val="900"/>
              <a:buFont typeface="Nunito"/>
              <a:buChar char="■"/>
              <a:defRPr b="0" i="0" sz="900" u="none" cap="none" strike="noStrike">
                <a:solidFill>
                  <a:schemeClr val="dk2"/>
                </a:solidFill>
                <a:latin typeface="Nunito"/>
                <a:ea typeface="Nunito"/>
                <a:cs typeface="Nunito"/>
                <a:sym typeface="Nunito"/>
              </a:defRPr>
            </a:lvl6pPr>
            <a:lvl7pPr indent="-279400" lvl="6" marL="3200400" marR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chemeClr val="dk2"/>
              </a:buClr>
              <a:buSzPts val="800"/>
              <a:buFont typeface="Nunito"/>
              <a:buChar char="●"/>
              <a:defRPr b="0" i="0" sz="800" u="none" cap="none" strike="noStrike">
                <a:solidFill>
                  <a:schemeClr val="dk2"/>
                </a:solidFill>
                <a:latin typeface="Nunito"/>
                <a:ea typeface="Nunito"/>
                <a:cs typeface="Nunito"/>
                <a:sym typeface="Nunito"/>
              </a:defRPr>
            </a:lvl7pPr>
            <a:lvl8pPr indent="-273050" lvl="7" marL="3657600" marR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chemeClr val="dk2"/>
              </a:buClr>
              <a:buSzPts val="700"/>
              <a:buFont typeface="Nunito"/>
              <a:buChar char="○"/>
              <a:defRPr b="0" i="0" sz="700" u="none" cap="none" strike="noStrike">
                <a:solidFill>
                  <a:schemeClr val="dk2"/>
                </a:solidFill>
                <a:latin typeface="Nunito"/>
                <a:ea typeface="Nunito"/>
                <a:cs typeface="Nunito"/>
                <a:sym typeface="Nunito"/>
              </a:defRPr>
            </a:lvl8pPr>
            <a:lvl9pPr indent="-266700" lvl="8" marL="4114800" marR="0" rtl="0" algn="l">
              <a:lnSpc>
                <a:spcPct val="115000"/>
              </a:lnSpc>
              <a:spcBef>
                <a:spcPts val="1600"/>
              </a:spcBef>
              <a:spcAft>
                <a:spcPts val="1600"/>
              </a:spcAft>
              <a:buClr>
                <a:schemeClr val="dk2"/>
              </a:buClr>
              <a:buSzPts val="600"/>
              <a:buFont typeface="Nunito"/>
              <a:buChar char="■"/>
              <a:defRPr b="0" i="0" sz="600" u="none" cap="none" strike="noStrike">
                <a:solidFill>
                  <a:schemeClr val="dk2"/>
                </a:solidFill>
                <a:latin typeface="Nunito"/>
                <a:ea typeface="Nunito"/>
                <a:cs typeface="Nunito"/>
                <a:sym typeface="Nunito"/>
              </a:defRPr>
            </a:lvl9pPr>
          </a:lstStyle>
          <a:p/>
        </p:txBody>
      </p:sp>
      <p:sp>
        <p:nvSpPr>
          <p:cNvPr id="117" name="Google Shape;117;p25"/>
          <p:cNvSpPr txBox="1"/>
          <p:nvPr/>
        </p:nvSpPr>
        <p:spPr>
          <a:xfrm>
            <a:off x="2234400" y="4917657"/>
            <a:ext cx="4675200" cy="275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12700" marR="0" rtl="0" algn="ctr">
              <a:lnSpc>
                <a:spcPct val="1025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700"/>
              <a:buFont typeface="Arial"/>
              <a:buNone/>
            </a:pPr>
            <a:r>
              <a:rPr b="1" i="0" lang="en" sz="700" u="none" cap="none" strike="noStrike">
                <a:solidFill>
                  <a:srgbClr val="434343"/>
                </a:solidFill>
                <a:latin typeface="Nunito"/>
                <a:ea typeface="Nunito"/>
                <a:cs typeface="Nunito"/>
                <a:sym typeface="Nunito"/>
              </a:rPr>
              <a:t>Proprietary content. © Great Learning. All Rights Reserved. Unauthorized use or distribution prohibited.</a:t>
            </a:r>
            <a:endParaRPr b="1" i="0" sz="700" u="none" cap="none" strike="noStrike">
              <a:solidFill>
                <a:srgbClr val="434343"/>
              </a:solidFill>
              <a:latin typeface="Nunito"/>
              <a:ea typeface="Nunito"/>
              <a:cs typeface="Nunito"/>
              <a:sym typeface="Nunito"/>
            </a:endParaRPr>
          </a:p>
        </p:txBody>
      </p:sp>
      <p:sp>
        <p:nvSpPr>
          <p:cNvPr id="118" name="Google Shape;118;p25"/>
          <p:cNvSpPr txBox="1"/>
          <p:nvPr>
            <p:ph idx="12" type="sldNum"/>
          </p:nvPr>
        </p:nvSpPr>
        <p:spPr>
          <a:xfrm>
            <a:off x="8832299" y="4946907"/>
            <a:ext cx="365400" cy="2172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800"/>
              <a:buFont typeface="Arial"/>
              <a:buNone/>
              <a:defRPr b="1" i="0" sz="800" u="none" cap="none" strike="noStrike">
                <a:solidFill>
                  <a:srgbClr val="434343"/>
                </a:solidFill>
                <a:latin typeface="Nunito"/>
                <a:ea typeface="Nunito"/>
                <a:cs typeface="Nunito"/>
                <a:sym typeface="Nunito"/>
              </a:defRPr>
            </a:lvl1pPr>
            <a:lvl2pPr indent="0" lvl="1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800"/>
              <a:buFont typeface="Arial"/>
              <a:buNone/>
              <a:defRPr b="1" i="0" sz="800" u="none" cap="none" strike="noStrike">
                <a:solidFill>
                  <a:srgbClr val="434343"/>
                </a:solidFill>
                <a:latin typeface="Nunito"/>
                <a:ea typeface="Nunito"/>
                <a:cs typeface="Nunito"/>
                <a:sym typeface="Nunito"/>
              </a:defRPr>
            </a:lvl2pPr>
            <a:lvl3pPr indent="0" lvl="2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800"/>
              <a:buFont typeface="Arial"/>
              <a:buNone/>
              <a:defRPr b="1" i="0" sz="800" u="none" cap="none" strike="noStrike">
                <a:solidFill>
                  <a:srgbClr val="434343"/>
                </a:solidFill>
                <a:latin typeface="Nunito"/>
                <a:ea typeface="Nunito"/>
                <a:cs typeface="Nunito"/>
                <a:sym typeface="Nunito"/>
              </a:defRPr>
            </a:lvl3pPr>
            <a:lvl4pPr indent="0" lvl="3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800"/>
              <a:buFont typeface="Arial"/>
              <a:buNone/>
              <a:defRPr b="1" i="0" sz="800" u="none" cap="none" strike="noStrike">
                <a:solidFill>
                  <a:srgbClr val="434343"/>
                </a:solidFill>
                <a:latin typeface="Nunito"/>
                <a:ea typeface="Nunito"/>
                <a:cs typeface="Nunito"/>
                <a:sym typeface="Nunito"/>
              </a:defRPr>
            </a:lvl4pPr>
            <a:lvl5pPr indent="0" lvl="4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800"/>
              <a:buFont typeface="Arial"/>
              <a:buNone/>
              <a:defRPr b="1" i="0" sz="800" u="none" cap="none" strike="noStrike">
                <a:solidFill>
                  <a:srgbClr val="434343"/>
                </a:solidFill>
                <a:latin typeface="Nunito"/>
                <a:ea typeface="Nunito"/>
                <a:cs typeface="Nunito"/>
                <a:sym typeface="Nunito"/>
              </a:defRPr>
            </a:lvl5pPr>
            <a:lvl6pPr indent="0" lvl="5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800"/>
              <a:buFont typeface="Arial"/>
              <a:buNone/>
              <a:defRPr b="1" i="0" sz="800" u="none" cap="none" strike="noStrike">
                <a:solidFill>
                  <a:srgbClr val="434343"/>
                </a:solidFill>
                <a:latin typeface="Nunito"/>
                <a:ea typeface="Nunito"/>
                <a:cs typeface="Nunito"/>
                <a:sym typeface="Nunito"/>
              </a:defRPr>
            </a:lvl6pPr>
            <a:lvl7pPr indent="0" lvl="6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800"/>
              <a:buFont typeface="Arial"/>
              <a:buNone/>
              <a:defRPr b="1" i="0" sz="800" u="none" cap="none" strike="noStrike">
                <a:solidFill>
                  <a:srgbClr val="434343"/>
                </a:solidFill>
                <a:latin typeface="Nunito"/>
                <a:ea typeface="Nunito"/>
                <a:cs typeface="Nunito"/>
                <a:sym typeface="Nunito"/>
              </a:defRPr>
            </a:lvl7pPr>
            <a:lvl8pPr indent="0" lvl="7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800"/>
              <a:buFont typeface="Arial"/>
              <a:buNone/>
              <a:defRPr b="1" i="0" sz="800" u="none" cap="none" strike="noStrike">
                <a:solidFill>
                  <a:srgbClr val="434343"/>
                </a:solidFill>
                <a:latin typeface="Nunito"/>
                <a:ea typeface="Nunito"/>
                <a:cs typeface="Nunito"/>
                <a:sym typeface="Nunito"/>
              </a:defRPr>
            </a:lvl8pPr>
            <a:lvl9pPr indent="0" lvl="8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800"/>
              <a:buFont typeface="Arial"/>
              <a:buNone/>
              <a:defRPr b="1" i="0" sz="800" u="none" cap="none" strike="noStrike">
                <a:solidFill>
                  <a:srgbClr val="434343"/>
                </a:solidFill>
                <a:latin typeface="Nunito"/>
                <a:ea typeface="Nunito"/>
                <a:cs typeface="Nunito"/>
                <a:sym typeface="Nunito"/>
              </a:defRPr>
            </a:lvl9pPr>
          </a:lstStyle>
          <a:p>
            <a:pPr indent="0" lvl="0" marL="0" rtl="0" algn="ct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"/>
              <a:t>‹#›</a:t>
            </a:fld>
            <a:endParaRPr/>
          </a:p>
        </p:txBody>
      </p:sp>
      <p:pic>
        <p:nvPicPr>
          <p:cNvPr id="119" name="Google Shape;119;p25"/>
          <p:cNvPicPr preferRelativeResize="0"/>
          <p:nvPr/>
        </p:nvPicPr>
        <p:blipFill rotWithShape="1">
          <a:blip r:embed="rId1">
            <a:alphaModFix/>
          </a:blip>
          <a:srcRect b="0" l="0" r="0" t="0"/>
          <a:stretch/>
        </p:blipFill>
        <p:spPr>
          <a:xfrm>
            <a:off x="7669500" y="68264"/>
            <a:ext cx="1395475" cy="572700"/>
          </a:xfrm>
          <a:prstGeom prst="rect">
            <a:avLst/>
          </a:prstGeom>
          <a:noFill/>
          <a:ln>
            <a:noFill/>
          </a:ln>
        </p:spPr>
      </p:pic>
      <p:grpSp>
        <p:nvGrpSpPr>
          <p:cNvPr id="120" name="Google Shape;120;p25"/>
          <p:cNvGrpSpPr/>
          <p:nvPr/>
        </p:nvGrpSpPr>
        <p:grpSpPr>
          <a:xfrm>
            <a:off x="6593" y="10"/>
            <a:ext cx="175500" cy="709221"/>
            <a:chOff x="6593" y="10"/>
            <a:chExt cx="175500" cy="709221"/>
          </a:xfrm>
        </p:grpSpPr>
        <p:sp>
          <p:nvSpPr>
            <p:cNvPr id="121" name="Google Shape;121;p25"/>
            <p:cNvSpPr/>
            <p:nvPr/>
          </p:nvSpPr>
          <p:spPr>
            <a:xfrm>
              <a:off x="6593" y="10"/>
              <a:ext cx="175500" cy="355500"/>
            </a:xfrm>
            <a:prstGeom prst="rect">
              <a:avLst/>
            </a:prstGeom>
            <a:solidFill>
              <a:srgbClr val="0E39A9"/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marR="0" rtl="0"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Arial"/>
                <a:buNone/>
              </a:pPr>
              <a:r>
                <a:t/>
              </a:r>
              <a:endPara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122" name="Google Shape;122;p25"/>
            <p:cNvSpPr/>
            <p:nvPr/>
          </p:nvSpPr>
          <p:spPr>
            <a:xfrm>
              <a:off x="6593" y="353731"/>
              <a:ext cx="175500" cy="355500"/>
            </a:xfrm>
            <a:prstGeom prst="rect">
              <a:avLst/>
            </a:prstGeom>
            <a:solidFill>
              <a:srgbClr val="1974D2"/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marR="0" rtl="0"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Arial"/>
                <a:buNone/>
              </a:pPr>
              <a:r>
                <a:t/>
              </a:r>
              <a:endPara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</p:grpSp>
    </p:spTree>
  </p:cSld>
  <p:clrMap accent1="accent1" accent2="accent2" accent3="accent3" accent4="accent4" accent5="accent5" accent6="accent6" bg1="lt1" bg2="dk2" tx1="dk1" tx2="lt2" folHlink="folHlink" hlink="hlink"/>
  <p:sldLayoutIdLst>
    <p:sldLayoutId id="2147483671" r:id="rId2"/>
    <p:sldLayoutId id="2147483672" r:id="rId3"/>
    <p:sldLayoutId id="2147483673" r:id="rId4"/>
    <p:sldLayoutId id="2147483674" r:id="rId5"/>
    <p:sldLayoutId id="2147483675" r:id="rId6"/>
    <p:sldLayoutId id="2147483676" r:id="rId7"/>
    <p:sldLayoutId id="2147483677" r:id="rId8"/>
    <p:sldLayoutId id="2147483678" r:id="rId9"/>
    <p:sldLayoutId id="2147483679" r:id="rId10"/>
    <p:sldLayoutId id="2147483680" r:id="rId11"/>
  </p:sldLayoutIdLst>
  <p:hf dt="0" ftr="0" hdr="0" sldNum="0"/>
  <p:txStyles>
    <p:title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titleStyle>
    <p:body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bodyStyle>
    <p:other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Relationship Id="rId3" Type="http://schemas.openxmlformats.org/officeDocument/2006/relationships/image" Target="../media/image2.jpg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4.xml"/><Relationship Id="rId3" Type="http://schemas.openxmlformats.org/officeDocument/2006/relationships/image" Target="../media/image6.jpg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5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6.xm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7.xml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8.xml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9.xml"/></Relationships>
</file>

<file path=ppt/slides/_rels/slide1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0.xml"/></Relationships>
</file>

<file path=ppt/slides/_rels/slide1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1.xml"/></Relationships>
</file>

<file path=ppt/slides/_rels/slide1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2.xml"/></Relationships>
</file>

<file path=ppt/slides/_rels/slide1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3.xml"/></Relationships>
</file>

<file path=ppt/slides/_rels/slide1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4.xml"/></Relationships>
</file>

<file path=ppt/slides/_rels/slide1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5.xml"/></Relationships>
</file>

<file path=ppt/slides/_rels/slide1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6.xml"/></Relationships>
</file>

<file path=ppt/slides/_rels/slide1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7.xml"/></Relationships>
</file>

<file path=ppt/slides/_rels/slide1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8.xml"/></Relationships>
</file>

<file path=ppt/slides/_rels/slide2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9.xml"/></Relationships>
</file>

<file path=ppt/slides/_rels/slide2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0.xml"/></Relationships>
</file>

<file path=ppt/slides/_rels/slide2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1.xml"/></Relationships>
</file>

<file path=ppt/slides/_rels/slide2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2.xml"/></Relationships>
</file>

<file path=ppt/slides/_rels/slide2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3.xml"/></Relationships>
</file>

<file path=ppt/slides/_rels/slide2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4.xml"/><Relationship Id="rId3" Type="http://schemas.openxmlformats.org/officeDocument/2006/relationships/image" Target="../media/image7.jpg"/></Relationships>
</file>

<file path=ppt/slides/_rels/slide2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5.xml"/></Relationships>
</file>

<file path=ppt/slides/_rels/slide2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6.xml"/></Relationships>
</file>

<file path=ppt/slides/_rels/slide2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7.xml"/><Relationship Id="rId3" Type="http://schemas.openxmlformats.org/officeDocument/2006/relationships/image" Target="../media/image8.jpg"/></Relationships>
</file>

<file path=ppt/slides/_rels/slide2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8.xml"/></Relationships>
</file>

<file path=ppt/slides/_rels/slide3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9.xml"/></Relationships>
</file>

<file path=ppt/slides/_rels/slide3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1.png"/></Relationships>
</file>

<file path=ppt/slides/_rels/slide3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9.png"/><Relationship Id="rId3" Type="http://schemas.openxmlformats.org/officeDocument/2006/relationships/image" Target="../media/image10.png"/></Relationships>
</file>

<file path=ppt/slides/_rels/slide3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1.xml"/></Relationships>
</file>

<file path=ppt/slides/_rels/slide3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0.xml"/></Relationships>
</file>

<file path=ppt/slides/_rels/slide3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165" name="Shape 16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6" name="Google Shape;166;p36"/>
          <p:cNvSpPr txBox="1"/>
          <p:nvPr/>
        </p:nvSpPr>
        <p:spPr>
          <a:xfrm>
            <a:off x="1627632" y="1227550"/>
            <a:ext cx="4892040" cy="815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spAutoFit/>
          </a:bodyPr>
          <a:lstStyle/>
          <a:p>
            <a:r>
              <a:rPr sz="4100" b="1">
                <a:solidFill>
                  <a:srgbClr val="0E39A9"/>
                </a:solidFill>
                <a:latin typeface="Nunito"/>
              </a:rPr>
              <a:t>Aurora Stays Q&amp;A</a:t>
            </a:r>
          </a:p>
        </p:txBody>
      </p:sp>
      <p:sp>
        <p:nvSpPr>
          <p:cNvPr id="167" name="Google Shape;167;p36"/>
          <p:cNvSpPr txBox="1"/>
          <p:nvPr/>
        </p:nvSpPr>
        <p:spPr>
          <a:xfrm>
            <a:off x="1627632" y="1940550"/>
            <a:ext cx="4800600" cy="6312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spAutoFit/>
          </a:bodyPr>
          <a:lstStyle/>
          <a:p>
            <a:r>
              <a:rPr sz="2300">
                <a:solidFill>
                  <a:srgbClr val="0E39A9"/>
                </a:solidFill>
                <a:latin typeface="Nunito"/>
              </a:rPr>
              <a:t>Retrieval-Augmented Generation (RAG) POC</a:t>
            </a:r>
          </a:p>
        </p:txBody>
      </p:sp>
      <p:sp>
        <p:nvSpPr>
          <p:cNvPr id="168" name="Google Shape;168;p36"/>
          <p:cNvSpPr txBox="1"/>
          <p:nvPr/>
        </p:nvSpPr>
        <p:spPr>
          <a:xfrm>
            <a:off x="1627632" y="2586175"/>
            <a:ext cx="3840480" cy="5232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spAutoFit/>
          </a:bodyPr>
          <a:lstStyle/>
          <a:p>
            <a:r>
              <a:rPr sz="2200">
                <a:solidFill>
                  <a:srgbClr val="0E39A9"/>
                </a:solidFill>
                <a:latin typeface="Nunito"/>
              </a:rPr>
              <a:t>14 October 2026</a:t>
            </a:r>
          </a:p>
        </p:txBody>
      </p:sp>
      <p:pic>
        <p:nvPicPr>
          <p:cNvPr id="169" name="Picture 168" descr="hotel_lobby.jpg"/>
          <p:cNvPicPr>
            <a:picLocks noChangeAspect="1"/>
          </p:cNvPicPr>
          <p:nvPr/>
        </p:nvPicPr>
        <p:blipFill>
          <a:blip r:embed="rId3"/>
          <a:srcRect l="15573" r="15573"/>
          <a:stretch>
            <a:fillRect/>
          </a:stretch>
        </p:blipFill>
        <p:spPr>
          <a:xfrm>
            <a:off x="6446520" y="475488"/>
            <a:ext cx="2148840" cy="4160520"/>
          </a:xfrm>
          <a:prstGeom prst="rect">
            <a:avLst/>
          </a:prstGeom>
          <a:ln w="15875">
            <a:solidFill>
              <a:srgbClr val="BECBE8"/>
            </a:solidFill>
          </a:ln>
        </p:spPr>
      </p:pic>
      <p:sp>
        <p:nvSpPr>
          <p:cNvPr id="170" name="TextBox 169"/>
          <p:cNvSpPr txBox="1"/>
          <p:nvPr/>
        </p:nvSpPr>
        <p:spPr>
          <a:xfrm>
            <a:off x="5989320" y="4727448"/>
            <a:ext cx="2606040" cy="146304"/>
          </a:xfrm>
          <a:prstGeom prst="rect">
            <a:avLst/>
          </a:prstGeom>
          <a:noFill/>
        </p:spPr>
        <p:txBody>
          <a:bodyPr wrap="none" lIns="0" rIns="0">
            <a:spAutoFit/>
          </a:bodyPr>
          <a:lstStyle/>
          <a:p>
            <a:pPr algn="r">
              <a:spcBef>
                <a:spcPts val="0"/>
              </a:spcBef>
              <a:spcAft>
                <a:spcPts val="0"/>
              </a:spcAft>
            </a:pPr>
            <a:r>
              <a:rPr sz="580" i="1">
                <a:solidFill>
                  <a:srgbClr val="6E6E6E"/>
                </a:solidFill>
                <a:latin typeface="Montserrat"/>
              </a:rPr>
              <a:t>Photo: Unsplash free-use stock</a:t>
            </a:r>
          </a:p>
        </p:txBody>
      </p:sp>
      <p:sp>
        <p:nvSpPr>
          <p:cNvPr id="171" name="TextBox 170"/>
          <p:cNvSpPr txBox="1"/>
          <p:nvPr/>
        </p:nvSpPr>
        <p:spPr>
          <a:xfrm>
            <a:off x="8339327" y="4818888"/>
            <a:ext cx="384048" cy="146304"/>
          </a:xfrm>
          <a:prstGeom prst="rect">
            <a:avLst/>
          </a:prstGeom>
          <a:noFill/>
        </p:spPr>
        <p:txBody>
          <a:bodyPr wrap="none" lIns="0" rIns="0">
            <a:spAutoFit/>
          </a:bodyPr>
          <a:lstStyle/>
          <a:p>
            <a:pPr algn="r">
              <a:spcBef>
                <a:spcPts val="0"/>
              </a:spcBef>
              <a:spcAft>
                <a:spcPts val="0"/>
              </a:spcAft>
            </a:pPr>
            <a:r>
              <a:rPr sz="720" b="1">
                <a:solidFill>
                  <a:srgbClr val="646973"/>
                </a:solidFill>
                <a:latin typeface="Montserrat"/>
              </a:rPr>
              <a:t>01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172" name="Shape 17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3" name="Google Shape;173;p37"/>
          <p:cNvSpPr txBox="1"/>
          <p:nvPr>
            <p:ph type="title"/>
          </p:nvPr>
        </p:nvSpPr>
        <p:spPr>
          <a:xfrm>
            <a:off x="202550" y="289279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r>
              <a:rPr sz="2200" b="1">
                <a:solidFill>
                  <a:srgbClr val="0E39A9"/>
                </a:solidFill>
                <a:latin typeface="Montserrat"/>
              </a:rPr>
              <a:t>Contents / Agenda</a:t>
            </a:r>
          </a:p>
        </p:txBody>
      </p:sp>
      <p:sp>
        <p:nvSpPr>
          <p:cNvPr id="174" name="Google Shape;174;p37"/>
          <p:cNvSpPr/>
          <p:nvPr/>
        </p:nvSpPr>
        <p:spPr>
          <a:xfrm>
            <a:off x="356221" y="1137384"/>
            <a:ext cx="193200" cy="193200"/>
          </a:xfrm>
          <a:prstGeom prst="donut">
            <a:avLst>
              <a:gd fmla="val 25000" name="adj"/>
            </a:avLst>
          </a:prstGeom>
          <a:solidFill>
            <a:srgbClr val="0944A1"/>
          </a:solidFill>
          <a:ln cap="flat" cmpd="sng" w="9525">
            <a:solidFill>
              <a:srgbClr val="FFFF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500"/>
              <a:buFont typeface="Arial"/>
              <a:buNone/>
            </a:pPr>
            <a:r>
              <a:t/>
            </a:r>
            <a:endParaRPr b="0" i="0" sz="1400" u="none" cap="none" strike="noStrike">
              <a:solidFill>
                <a:srgbClr val="000000"/>
              </a:solidFill>
              <a:latin typeface="Nunito"/>
              <a:ea typeface="Nunito"/>
              <a:cs typeface="Nunito"/>
              <a:sym typeface="Nunito"/>
            </a:endParaRPr>
          </a:p>
        </p:txBody>
      </p:sp>
      <p:sp>
        <p:nvSpPr>
          <p:cNvPr id="175" name="Google Shape;175;p37"/>
          <p:cNvSpPr txBox="1"/>
          <p:nvPr/>
        </p:nvSpPr>
        <p:spPr>
          <a:xfrm>
            <a:off x="644599" y="1013375"/>
            <a:ext cx="5632800" cy="4002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spAutoFit/>
          </a:bodyPr>
          <a:lstStyle/>
          <a:p>
            <a:r>
              <a:rPr sz="1400">
                <a:solidFill>
                  <a:srgbClr val="000000"/>
                </a:solidFill>
                <a:latin typeface="Montserrat"/>
              </a:rPr>
              <a:t>Executive Summary</a:t>
            </a:r>
          </a:p>
        </p:txBody>
      </p:sp>
      <p:sp>
        <p:nvSpPr>
          <p:cNvPr id="176" name="Google Shape;176;p37"/>
          <p:cNvSpPr/>
          <p:nvPr/>
        </p:nvSpPr>
        <p:spPr>
          <a:xfrm>
            <a:off x="356221" y="1608689"/>
            <a:ext cx="193200" cy="193200"/>
          </a:xfrm>
          <a:prstGeom prst="donut">
            <a:avLst>
              <a:gd fmla="val 25000" name="adj"/>
            </a:avLst>
          </a:prstGeom>
          <a:solidFill>
            <a:srgbClr val="0944A1"/>
          </a:solidFill>
          <a:ln cap="flat" cmpd="sng" w="9525">
            <a:solidFill>
              <a:srgbClr val="FFFF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500"/>
              <a:buFont typeface="Arial"/>
              <a:buNone/>
            </a:pPr>
            <a:r>
              <a:t/>
            </a:r>
            <a:endParaRPr b="0" i="0" sz="1400" u="none" cap="none" strike="noStrike">
              <a:solidFill>
                <a:srgbClr val="000000"/>
              </a:solidFill>
              <a:latin typeface="Nunito"/>
              <a:ea typeface="Nunito"/>
              <a:cs typeface="Nunito"/>
              <a:sym typeface="Nunito"/>
            </a:endParaRPr>
          </a:p>
        </p:txBody>
      </p:sp>
      <p:sp>
        <p:nvSpPr>
          <p:cNvPr id="177" name="Google Shape;177;p37"/>
          <p:cNvSpPr txBox="1"/>
          <p:nvPr/>
        </p:nvSpPr>
        <p:spPr>
          <a:xfrm>
            <a:off x="644599" y="1487755"/>
            <a:ext cx="5632800" cy="4002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spAutoFit/>
          </a:bodyPr>
          <a:lstStyle/>
          <a:p>
            <a:r>
              <a:rPr sz="1400">
                <a:solidFill>
                  <a:srgbClr val="000000"/>
                </a:solidFill>
                <a:latin typeface="Montserrat"/>
              </a:rPr>
              <a:t>Business Problem and Solution Approach</a:t>
            </a:r>
          </a:p>
        </p:txBody>
      </p:sp>
      <p:sp>
        <p:nvSpPr>
          <p:cNvPr id="178" name="Google Shape;178;p37"/>
          <p:cNvSpPr/>
          <p:nvPr/>
        </p:nvSpPr>
        <p:spPr>
          <a:xfrm>
            <a:off x="356221" y="2079994"/>
            <a:ext cx="193200" cy="193200"/>
          </a:xfrm>
          <a:prstGeom prst="donut">
            <a:avLst>
              <a:gd fmla="val 25000" name="adj"/>
            </a:avLst>
          </a:prstGeom>
          <a:solidFill>
            <a:srgbClr val="0944A1"/>
          </a:solidFill>
          <a:ln cap="flat" cmpd="sng" w="9525">
            <a:solidFill>
              <a:srgbClr val="FFFF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500"/>
              <a:buFont typeface="Arial"/>
              <a:buNone/>
            </a:pPr>
            <a:r>
              <a:t/>
            </a:r>
            <a:endParaRPr b="0" i="0" sz="1400" u="none" cap="none" strike="noStrike">
              <a:solidFill>
                <a:srgbClr val="000000"/>
              </a:solidFill>
              <a:latin typeface="Nunito"/>
              <a:ea typeface="Nunito"/>
              <a:cs typeface="Nunito"/>
              <a:sym typeface="Nunito"/>
            </a:endParaRPr>
          </a:p>
        </p:txBody>
      </p:sp>
      <p:sp>
        <p:nvSpPr>
          <p:cNvPr id="179" name="Google Shape;179;p37"/>
          <p:cNvSpPr txBox="1"/>
          <p:nvPr/>
        </p:nvSpPr>
        <p:spPr>
          <a:xfrm>
            <a:off x="644599" y="1962135"/>
            <a:ext cx="5632800" cy="4002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spAutoFit/>
          </a:bodyPr>
          <a:lstStyle/>
          <a:p>
            <a:r>
              <a:rPr sz="1400">
                <a:solidFill>
                  <a:srgbClr val="000000"/>
                </a:solidFill>
                <a:latin typeface="Montserrat"/>
              </a:rPr>
              <a:t>Data Understanding</a:t>
            </a:r>
          </a:p>
        </p:txBody>
      </p:sp>
      <p:sp>
        <p:nvSpPr>
          <p:cNvPr id="180" name="Google Shape;180;p37"/>
          <p:cNvSpPr/>
          <p:nvPr/>
        </p:nvSpPr>
        <p:spPr>
          <a:xfrm>
            <a:off x="356221" y="2551299"/>
            <a:ext cx="193200" cy="193200"/>
          </a:xfrm>
          <a:prstGeom prst="donut">
            <a:avLst>
              <a:gd fmla="val 25000" name="adj"/>
            </a:avLst>
          </a:prstGeom>
          <a:solidFill>
            <a:srgbClr val="0944A1"/>
          </a:solidFill>
          <a:ln cap="flat" cmpd="sng" w="9525">
            <a:solidFill>
              <a:srgbClr val="FFFF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500"/>
              <a:buFont typeface="Arial"/>
              <a:buNone/>
            </a:pPr>
            <a:r>
              <a:t/>
            </a:r>
            <a:endParaRPr b="0" i="0" sz="1400" u="none" cap="none" strike="noStrike">
              <a:solidFill>
                <a:srgbClr val="000000"/>
              </a:solidFill>
              <a:latin typeface="Nunito"/>
              <a:ea typeface="Nunito"/>
              <a:cs typeface="Nunito"/>
              <a:sym typeface="Nunito"/>
            </a:endParaRPr>
          </a:p>
        </p:txBody>
      </p:sp>
      <p:sp>
        <p:nvSpPr>
          <p:cNvPr id="181" name="Google Shape;181;p37"/>
          <p:cNvSpPr txBox="1"/>
          <p:nvPr/>
        </p:nvSpPr>
        <p:spPr>
          <a:xfrm>
            <a:off x="644599" y="2436515"/>
            <a:ext cx="5632800" cy="4002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spAutoFit/>
          </a:bodyPr>
          <a:lstStyle/>
          <a:p>
            <a:r>
              <a:rPr sz="1400">
                <a:solidFill>
                  <a:srgbClr val="000000"/>
                </a:solidFill>
                <a:latin typeface="Montserrat"/>
              </a:rPr>
              <a:t>Retrieval-Augmented Generation System</a:t>
            </a:r>
          </a:p>
        </p:txBody>
      </p:sp>
      <p:sp>
        <p:nvSpPr>
          <p:cNvPr id="182" name="Google Shape;182;p37"/>
          <p:cNvSpPr/>
          <p:nvPr/>
        </p:nvSpPr>
        <p:spPr>
          <a:xfrm>
            <a:off x="356227" y="3022604"/>
            <a:ext cx="193200" cy="193200"/>
          </a:xfrm>
          <a:prstGeom prst="donut">
            <a:avLst>
              <a:gd fmla="val 25000" name="adj"/>
            </a:avLst>
          </a:prstGeom>
          <a:solidFill>
            <a:srgbClr val="0944A1"/>
          </a:solidFill>
          <a:ln cap="flat" cmpd="sng" w="9525">
            <a:solidFill>
              <a:srgbClr val="FFFF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500"/>
              <a:buFont typeface="Arial"/>
              <a:buNone/>
            </a:pPr>
            <a:r>
              <a:t/>
            </a:r>
            <a:endParaRPr b="0" i="0" sz="1400" u="none" cap="none" strike="noStrike">
              <a:solidFill>
                <a:srgbClr val="000000"/>
              </a:solidFill>
              <a:latin typeface="Nunito"/>
              <a:ea typeface="Nunito"/>
              <a:cs typeface="Nunito"/>
              <a:sym typeface="Nunito"/>
            </a:endParaRPr>
          </a:p>
        </p:txBody>
      </p:sp>
      <p:sp>
        <p:nvSpPr>
          <p:cNvPr id="183" name="Google Shape;183;p37"/>
          <p:cNvSpPr txBox="1"/>
          <p:nvPr/>
        </p:nvSpPr>
        <p:spPr>
          <a:xfrm>
            <a:off x="644605" y="2910895"/>
            <a:ext cx="5632800" cy="4002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spAutoFit/>
          </a:bodyPr>
          <a:lstStyle/>
          <a:p>
            <a:r>
              <a:rPr sz="1400">
                <a:solidFill>
                  <a:srgbClr val="000000"/>
                </a:solidFill>
                <a:latin typeface="Montserrat"/>
              </a:rPr>
              <a:t>Evaluation</a:t>
            </a:r>
          </a:p>
        </p:txBody>
      </p:sp>
      <p:sp>
        <p:nvSpPr>
          <p:cNvPr id="184" name="Google Shape;184;p37"/>
          <p:cNvSpPr/>
          <p:nvPr/>
        </p:nvSpPr>
        <p:spPr>
          <a:xfrm>
            <a:off x="356227" y="3493909"/>
            <a:ext cx="193200" cy="193200"/>
          </a:xfrm>
          <a:prstGeom prst="donut">
            <a:avLst>
              <a:gd fmla="val 25000" name="adj"/>
            </a:avLst>
          </a:prstGeom>
          <a:solidFill>
            <a:srgbClr val="0944A1"/>
          </a:solidFill>
          <a:ln cap="flat" cmpd="sng" w="9525">
            <a:solidFill>
              <a:srgbClr val="FFFF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500"/>
              <a:buFont typeface="Arial"/>
              <a:buNone/>
            </a:pPr>
            <a:r>
              <a:t/>
            </a:r>
            <a:endParaRPr b="0" i="0" sz="1400" u="none" cap="none" strike="noStrike">
              <a:solidFill>
                <a:srgbClr val="000000"/>
              </a:solidFill>
              <a:latin typeface="Nunito"/>
              <a:ea typeface="Nunito"/>
              <a:cs typeface="Nunito"/>
              <a:sym typeface="Nunito"/>
            </a:endParaRPr>
          </a:p>
        </p:txBody>
      </p:sp>
      <p:sp>
        <p:nvSpPr>
          <p:cNvPr id="185" name="Google Shape;185;p37"/>
          <p:cNvSpPr txBox="1"/>
          <p:nvPr/>
        </p:nvSpPr>
        <p:spPr>
          <a:xfrm>
            <a:off x="644605" y="3385275"/>
            <a:ext cx="5632800" cy="4002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spAutoFit/>
          </a:bodyPr>
          <a:lstStyle/>
          <a:p>
            <a:r>
              <a:rPr sz="1400">
                <a:solidFill>
                  <a:srgbClr val="000000"/>
                </a:solidFill>
                <a:latin typeface="Montserrat"/>
              </a:rPr>
              <a:t>Deployment, Inference and Handoff</a:t>
            </a:r>
          </a:p>
        </p:txBody>
      </p:sp>
      <p:sp>
        <p:nvSpPr>
          <p:cNvPr id="186" name="Oval 185"/>
          <p:cNvSpPr/>
          <p:nvPr/>
        </p:nvSpPr>
        <p:spPr>
          <a:xfrm>
            <a:off x="365760" y="4114800"/>
            <a:ext cx="182880" cy="182880"/>
          </a:xfrm>
          <a:prstGeom prst="ellipse">
            <a:avLst/>
          </a:prstGeom>
          <a:noFill/>
          <a:ln w="27940">
            <a:solidFill>
              <a:srgbClr val="0E39A9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7" name="TextBox 186"/>
          <p:cNvSpPr txBox="1"/>
          <p:nvPr/>
        </p:nvSpPr>
        <p:spPr>
          <a:xfrm>
            <a:off x="731520" y="4005072"/>
            <a:ext cx="5074920" cy="329184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spcBef>
                <a:spcPts val="0"/>
              </a:spcBef>
              <a:spcAft>
                <a:spcPts val="0"/>
              </a:spcAft>
            </a:pPr>
            <a:r>
              <a:rPr sz="1400">
                <a:solidFill>
                  <a:srgbClr val="000000"/>
                </a:solidFill>
                <a:latin typeface="Montserrat"/>
              </a:rPr>
              <a:t>Appendix — evaluation, workflows and operating measures</a:t>
            </a:r>
          </a:p>
        </p:txBody>
      </p:sp>
      <p:sp>
        <p:nvSpPr>
          <p:cNvPr id="188" name="Rectangle 187"/>
          <p:cNvSpPr/>
          <p:nvPr/>
        </p:nvSpPr>
        <p:spPr>
          <a:xfrm>
            <a:off x="502920" y="932688"/>
            <a:ext cx="8138160" cy="32004"/>
          </a:xfrm>
          <a:prstGeom prst="rect">
            <a:avLst/>
          </a:prstGeom>
          <a:solidFill>
            <a:srgbClr val="0E39A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9" name="Rounded Rectangle 188"/>
          <p:cNvSpPr/>
          <p:nvPr/>
        </p:nvSpPr>
        <p:spPr>
          <a:xfrm>
            <a:off x="6272784" y="1463040"/>
            <a:ext cx="2359152" cy="3456432"/>
          </a:xfrm>
          <a:prstGeom prst="roundRect">
            <a:avLst/>
          </a:prstGeom>
          <a:solidFill>
            <a:srgbClr val="F8FAFE"/>
          </a:solidFill>
          <a:ln w="12700">
            <a:solidFill>
              <a:srgbClr val="BECBE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0" name="TextBox 189"/>
          <p:cNvSpPr txBox="1"/>
          <p:nvPr/>
        </p:nvSpPr>
        <p:spPr>
          <a:xfrm>
            <a:off x="6473952" y="1627632"/>
            <a:ext cx="1956816" cy="201168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>
              <a:spcBef>
                <a:spcPts val="0"/>
              </a:spcBef>
              <a:spcAft>
                <a:spcPts val="0"/>
              </a:spcAft>
            </a:pPr>
            <a:r>
              <a:rPr sz="800" b="1">
                <a:solidFill>
                  <a:srgbClr val="0E39A9"/>
                </a:solidFill>
                <a:latin typeface="Montserrat"/>
              </a:rPr>
              <a:t>STORY ARC</a:t>
            </a:r>
          </a:p>
        </p:txBody>
      </p:sp>
      <p:sp>
        <p:nvSpPr>
          <p:cNvPr id="191" name="Rounded Rectangle 190"/>
          <p:cNvSpPr/>
          <p:nvPr/>
        </p:nvSpPr>
        <p:spPr>
          <a:xfrm>
            <a:off x="6510528" y="1975104"/>
            <a:ext cx="1883664" cy="493776"/>
          </a:xfrm>
          <a:prstGeom prst="roundRect">
            <a:avLst/>
          </a:prstGeom>
          <a:solidFill>
            <a:srgbClr val="E8EFFF"/>
          </a:solidFill>
          <a:ln w="10160">
            <a:solidFill>
              <a:srgbClr val="0E39A9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7432" rIns="27432" tIns="9144" bIns="9144"/>
          <a:lstStyle/>
          <a:p>
            <a:pPr algn="ctr">
              <a:spcBef>
                <a:spcPts val="0"/>
              </a:spcBef>
              <a:spcAft>
                <a:spcPts val="0"/>
              </a:spcAft>
            </a:pPr>
            <a:r>
              <a:rPr sz="710" b="1">
                <a:solidFill>
                  <a:srgbClr val="000000"/>
                </a:solidFill>
                <a:latin typeface="Montserrat"/>
              </a:rPr>
              <a:t>01  Discover</a:t>
            </a:r>
          </a:p>
          <a:p>
            <a:pPr algn="ctr">
              <a:spcBef>
                <a:spcPts val="0"/>
              </a:spcBef>
              <a:spcAft>
                <a:spcPts val="0"/>
              </a:spcAft>
            </a:pPr>
            <a:r>
              <a:rPr sz="710" b="1">
                <a:solidFill>
                  <a:srgbClr val="000000"/>
                </a:solidFill>
                <a:latin typeface="Montserrat"/>
              </a:rPr>
              <a:t>Problem + data</a:t>
            </a:r>
          </a:p>
        </p:txBody>
      </p:sp>
      <p:sp>
        <p:nvSpPr>
          <p:cNvPr id="192" name="Chevron 191"/>
          <p:cNvSpPr/>
          <p:nvPr/>
        </p:nvSpPr>
        <p:spPr>
          <a:xfrm>
            <a:off x="7333488" y="2505456"/>
            <a:ext cx="164592" cy="128016"/>
          </a:xfrm>
          <a:prstGeom prst="chevron">
            <a:avLst/>
          </a:prstGeom>
          <a:solidFill>
            <a:srgbClr val="96A0A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3" name="Rounded Rectangle 192"/>
          <p:cNvSpPr/>
          <p:nvPr/>
        </p:nvSpPr>
        <p:spPr>
          <a:xfrm>
            <a:off x="6510528" y="2688336"/>
            <a:ext cx="1883664" cy="493776"/>
          </a:xfrm>
          <a:prstGeom prst="roundRect">
            <a:avLst/>
          </a:prstGeom>
          <a:solidFill>
            <a:srgbClr val="E6F7F6"/>
          </a:solidFill>
          <a:ln w="10160">
            <a:solidFill>
              <a:srgbClr val="009CA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7432" rIns="27432" tIns="9144" bIns="9144"/>
          <a:lstStyle/>
          <a:p>
            <a:pPr algn="ctr">
              <a:spcBef>
                <a:spcPts val="0"/>
              </a:spcBef>
              <a:spcAft>
                <a:spcPts val="0"/>
              </a:spcAft>
            </a:pPr>
            <a:r>
              <a:rPr sz="710" b="1">
                <a:solidFill>
                  <a:srgbClr val="000000"/>
                </a:solidFill>
                <a:latin typeface="Montserrat"/>
              </a:rPr>
              <a:t>02  Build</a:t>
            </a:r>
          </a:p>
          <a:p>
            <a:pPr algn="ctr">
              <a:spcBef>
                <a:spcPts val="0"/>
              </a:spcBef>
              <a:spcAft>
                <a:spcPts val="0"/>
              </a:spcAft>
            </a:pPr>
            <a:r>
              <a:rPr sz="710" b="1">
                <a:solidFill>
                  <a:srgbClr val="000000"/>
                </a:solidFill>
                <a:latin typeface="Montserrat"/>
              </a:rPr>
              <a:t>RAG + LLM</a:t>
            </a:r>
          </a:p>
        </p:txBody>
      </p:sp>
      <p:sp>
        <p:nvSpPr>
          <p:cNvPr id="194" name="Chevron 193"/>
          <p:cNvSpPr/>
          <p:nvPr/>
        </p:nvSpPr>
        <p:spPr>
          <a:xfrm>
            <a:off x="7333488" y="3218688"/>
            <a:ext cx="164592" cy="128016"/>
          </a:xfrm>
          <a:prstGeom prst="chevron">
            <a:avLst/>
          </a:prstGeom>
          <a:solidFill>
            <a:srgbClr val="96A0A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5" name="Rounded Rectangle 194"/>
          <p:cNvSpPr/>
          <p:nvPr/>
        </p:nvSpPr>
        <p:spPr>
          <a:xfrm>
            <a:off x="6510528" y="3401568"/>
            <a:ext cx="1883664" cy="493776"/>
          </a:xfrm>
          <a:prstGeom prst="roundRect">
            <a:avLst/>
          </a:prstGeom>
          <a:solidFill>
            <a:srgbClr val="FFF5E0"/>
          </a:solidFill>
          <a:ln w="10160">
            <a:solidFill>
              <a:srgbClr val="CA912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7432" rIns="27432" tIns="9144" bIns="9144"/>
          <a:lstStyle/>
          <a:p>
            <a:pPr algn="ctr">
              <a:spcBef>
                <a:spcPts val="0"/>
              </a:spcBef>
              <a:spcAft>
                <a:spcPts val="0"/>
              </a:spcAft>
            </a:pPr>
            <a:r>
              <a:rPr sz="710" b="1">
                <a:solidFill>
                  <a:srgbClr val="000000"/>
                </a:solidFill>
                <a:latin typeface="Montserrat"/>
              </a:rPr>
              <a:t>03  Prove</a:t>
            </a:r>
          </a:p>
          <a:p>
            <a:pPr algn="ctr">
              <a:spcBef>
                <a:spcPts val="0"/>
              </a:spcBef>
              <a:spcAft>
                <a:spcPts val="0"/>
              </a:spcAft>
            </a:pPr>
            <a:r>
              <a:rPr sz="710" b="1">
                <a:solidFill>
                  <a:srgbClr val="000000"/>
                </a:solidFill>
                <a:latin typeface="Montserrat"/>
              </a:rPr>
              <a:t>Evaluation</a:t>
            </a:r>
          </a:p>
        </p:txBody>
      </p:sp>
      <p:sp>
        <p:nvSpPr>
          <p:cNvPr id="196" name="Chevron 195"/>
          <p:cNvSpPr/>
          <p:nvPr/>
        </p:nvSpPr>
        <p:spPr>
          <a:xfrm>
            <a:off x="7333488" y="3931920"/>
            <a:ext cx="164592" cy="128016"/>
          </a:xfrm>
          <a:prstGeom prst="chevron">
            <a:avLst/>
          </a:prstGeom>
          <a:solidFill>
            <a:srgbClr val="96A0A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7" name="Rounded Rectangle 196"/>
          <p:cNvSpPr/>
          <p:nvPr/>
        </p:nvSpPr>
        <p:spPr>
          <a:xfrm>
            <a:off x="6510528" y="4114800"/>
            <a:ext cx="1883664" cy="493776"/>
          </a:xfrm>
          <a:prstGeom prst="roundRect">
            <a:avLst/>
          </a:prstGeom>
          <a:solidFill>
            <a:srgbClr val="ECF8F0"/>
          </a:solidFill>
          <a:ln w="10160">
            <a:solidFill>
              <a:srgbClr val="1F7752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7432" rIns="27432" tIns="9144" bIns="9144"/>
          <a:lstStyle/>
          <a:p>
            <a:pPr algn="ctr">
              <a:spcBef>
                <a:spcPts val="0"/>
              </a:spcBef>
              <a:spcAft>
                <a:spcPts val="0"/>
              </a:spcAft>
            </a:pPr>
            <a:r>
              <a:rPr sz="710" b="1">
                <a:solidFill>
                  <a:srgbClr val="000000"/>
                </a:solidFill>
                <a:latin typeface="Montserrat"/>
              </a:rPr>
              <a:t>04  Operate</a:t>
            </a:r>
          </a:p>
          <a:p>
            <a:pPr algn="ctr">
              <a:spcBef>
                <a:spcPts val="0"/>
              </a:spcBef>
              <a:spcAft>
                <a:spcPts val="0"/>
              </a:spcAft>
            </a:pPr>
            <a:r>
              <a:rPr sz="710" b="1">
                <a:solidFill>
                  <a:srgbClr val="000000"/>
                </a:solidFill>
                <a:latin typeface="Montserrat"/>
              </a:rPr>
              <a:t>Deploy + inference</a:t>
            </a:r>
          </a:p>
        </p:txBody>
      </p:sp>
      <p:sp>
        <p:nvSpPr>
          <p:cNvPr id="198" name="TextBox 197"/>
          <p:cNvSpPr txBox="1"/>
          <p:nvPr/>
        </p:nvSpPr>
        <p:spPr>
          <a:xfrm>
            <a:off x="6473952" y="4800600"/>
            <a:ext cx="1956816" cy="146304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>
              <a:spcBef>
                <a:spcPts val="0"/>
              </a:spcBef>
              <a:spcAft>
                <a:spcPts val="0"/>
              </a:spcAft>
            </a:pPr>
            <a:r>
              <a:rPr sz="640" i="1">
                <a:solidFill>
                  <a:srgbClr val="5A5A5A"/>
                </a:solidFill>
                <a:latin typeface="Montserrat"/>
              </a:rPr>
              <a:t>from question to production</a:t>
            </a:r>
          </a:p>
        </p:txBody>
      </p:sp>
      <p:sp>
        <p:nvSpPr>
          <p:cNvPr id="199" name="TextBox 198"/>
          <p:cNvSpPr txBox="1"/>
          <p:nvPr/>
        </p:nvSpPr>
        <p:spPr>
          <a:xfrm>
            <a:off x="8339327" y="4818888"/>
            <a:ext cx="384048" cy="146304"/>
          </a:xfrm>
          <a:prstGeom prst="rect">
            <a:avLst/>
          </a:prstGeom>
          <a:noFill/>
        </p:spPr>
        <p:txBody>
          <a:bodyPr wrap="none" lIns="0" rIns="0">
            <a:spAutoFit/>
          </a:bodyPr>
          <a:lstStyle/>
          <a:p>
            <a:pPr algn="r">
              <a:spcBef>
                <a:spcPts val="0"/>
              </a:spcBef>
              <a:spcAft>
                <a:spcPts val="0"/>
              </a:spcAft>
            </a:pPr>
            <a:r>
              <a:rPr sz="720" b="1">
                <a:solidFill>
                  <a:srgbClr val="646973"/>
                </a:solidFill>
                <a:latin typeface="Montserrat"/>
              </a:rPr>
              <a:t>02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189" name="Shape 18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0" name="Google Shape;190;p38"/>
          <p:cNvSpPr txBox="1"/>
          <p:nvPr>
            <p:ph type="title"/>
          </p:nvPr>
        </p:nvSpPr>
        <p:spPr>
          <a:xfrm>
            <a:off x="202550" y="289279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r>
              <a:rPr sz="2200" b="1">
                <a:solidFill>
                  <a:srgbClr val="0E39A9"/>
                </a:solidFill>
                <a:latin typeface="Montserrat"/>
              </a:rPr>
              <a:t>Executive Summary</a:t>
            </a:r>
          </a:p>
        </p:txBody>
      </p:sp>
      <p:sp>
        <p:nvSpPr>
          <p:cNvPr id="191" name="Rectangle 190"/>
          <p:cNvSpPr/>
          <p:nvPr/>
        </p:nvSpPr>
        <p:spPr>
          <a:xfrm>
            <a:off x="502920" y="1005840"/>
            <a:ext cx="8138160" cy="32004"/>
          </a:xfrm>
          <a:prstGeom prst="rect">
            <a:avLst/>
          </a:prstGeom>
          <a:solidFill>
            <a:srgbClr val="0E39A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2" name="TextBox 191"/>
          <p:cNvSpPr txBox="1"/>
          <p:nvPr/>
        </p:nvSpPr>
        <p:spPr>
          <a:xfrm>
            <a:off x="548640" y="1188720"/>
            <a:ext cx="8046720" cy="256032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spcBef>
                <a:spcPts val="0"/>
              </a:spcBef>
              <a:spcAft>
                <a:spcPts val="0"/>
              </a:spcAft>
            </a:pPr>
            <a:r>
              <a:rPr sz="1150">
                <a:solidFill>
                  <a:srgbClr val="555555"/>
                </a:solidFill>
                <a:latin typeface="Montserrat"/>
              </a:rPr>
              <a:t>Design stages translated into a production-ready hotel policy assistant</a:t>
            </a:r>
          </a:p>
        </p:txBody>
      </p:sp>
      <p:sp>
        <p:nvSpPr>
          <p:cNvPr id="193" name="Rounded Rectangle 192"/>
          <p:cNvSpPr/>
          <p:nvPr/>
        </p:nvSpPr>
        <p:spPr>
          <a:xfrm>
            <a:off x="502920" y="1755648"/>
            <a:ext cx="1417320" cy="1417320"/>
          </a:xfrm>
          <a:prstGeom prst="roundRect">
            <a:avLst/>
          </a:prstGeom>
          <a:solidFill>
            <a:srgbClr val="F7F9FD"/>
          </a:solidFill>
          <a:ln w="15875">
            <a:solidFill>
              <a:srgbClr val="0E39A9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4" name="Oval 193"/>
          <p:cNvSpPr/>
          <p:nvPr/>
        </p:nvSpPr>
        <p:spPr>
          <a:xfrm>
            <a:off x="594360" y="1883664"/>
            <a:ext cx="329184" cy="329184"/>
          </a:xfrm>
          <a:prstGeom prst="ellipse">
            <a:avLst/>
          </a:prstGeom>
          <a:solidFill>
            <a:srgbClr val="0E39A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sz="720" b="1">
                <a:solidFill>
                  <a:srgbClr val="FFFFFF"/>
                </a:solidFill>
                <a:latin typeface="Montserrat"/>
              </a:rPr>
              <a:t>1</a:t>
            </a:r>
          </a:p>
        </p:txBody>
      </p:sp>
      <p:sp>
        <p:nvSpPr>
          <p:cNvPr id="195" name="TextBox 194"/>
          <p:cNvSpPr txBox="1"/>
          <p:nvPr/>
        </p:nvSpPr>
        <p:spPr>
          <a:xfrm>
            <a:off x="612648" y="2267712"/>
            <a:ext cx="1197864" cy="74980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Bef>
                <a:spcPts val="0"/>
              </a:spcBef>
              <a:spcAft>
                <a:spcPts val="200"/>
              </a:spcAft>
            </a:pPr>
            <a:r>
              <a:rPr sz="1019" b="1">
                <a:solidFill>
                  <a:srgbClr val="0E39A9"/>
                </a:solidFill>
                <a:latin typeface="Montserrat"/>
              </a:rPr>
              <a:t>Source</a:t>
            </a:r>
          </a:p>
          <a:p>
            <a:pPr algn="l">
              <a:spcBef>
                <a:spcPts val="0"/>
              </a:spcBef>
              <a:spcAft>
                <a:spcPts val="200"/>
              </a:spcAft>
            </a:pPr>
            <a:r>
              <a:rPr sz="750" b="0">
                <a:solidFill>
                  <a:srgbClr val="000000"/>
                </a:solidFill>
                <a:latin typeface="Montserrat"/>
              </a:rPr>
              <a:t>policies</a:t>
            </a:r>
          </a:p>
          <a:p>
            <a:pPr algn="l">
              <a:spcBef>
                <a:spcPts val="0"/>
              </a:spcBef>
              <a:spcAft>
                <a:spcPts val="200"/>
              </a:spcAft>
            </a:pPr>
            <a:r>
              <a:rPr sz="750" b="0">
                <a:solidFill>
                  <a:srgbClr val="000000"/>
                </a:solidFill>
                <a:latin typeface="Montserrat"/>
              </a:rPr>
              <a:t>PDFs → Markdown</a:t>
            </a:r>
          </a:p>
        </p:txBody>
      </p:sp>
      <p:sp>
        <p:nvSpPr>
          <p:cNvPr id="196" name="Chevron 195"/>
          <p:cNvSpPr/>
          <p:nvPr/>
        </p:nvSpPr>
        <p:spPr>
          <a:xfrm>
            <a:off x="1965960" y="2313432"/>
            <a:ext cx="182880" cy="292608"/>
          </a:xfrm>
          <a:prstGeom prst="chevron">
            <a:avLst/>
          </a:prstGeom>
          <a:solidFill>
            <a:srgbClr val="B4BCC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7" name="Rounded Rectangle 196"/>
          <p:cNvSpPr/>
          <p:nvPr/>
        </p:nvSpPr>
        <p:spPr>
          <a:xfrm>
            <a:off x="2148840" y="1755648"/>
            <a:ext cx="1417320" cy="1417320"/>
          </a:xfrm>
          <a:prstGeom prst="roundRect">
            <a:avLst/>
          </a:prstGeom>
          <a:solidFill>
            <a:srgbClr val="F7F9FD"/>
          </a:solidFill>
          <a:ln w="15875">
            <a:solidFill>
              <a:srgbClr val="2969A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8" name="Oval 197"/>
          <p:cNvSpPr/>
          <p:nvPr/>
        </p:nvSpPr>
        <p:spPr>
          <a:xfrm>
            <a:off x="2240280" y="1883664"/>
            <a:ext cx="329184" cy="329184"/>
          </a:xfrm>
          <a:prstGeom prst="ellipse">
            <a:avLst/>
          </a:prstGeom>
          <a:solidFill>
            <a:srgbClr val="2969A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sz="720" b="1">
                <a:solidFill>
                  <a:srgbClr val="FFFFFF"/>
                </a:solidFill>
                <a:latin typeface="Montserrat"/>
              </a:rPr>
              <a:t>2</a:t>
            </a:r>
          </a:p>
        </p:txBody>
      </p:sp>
      <p:sp>
        <p:nvSpPr>
          <p:cNvPr id="199" name="TextBox 198"/>
          <p:cNvSpPr txBox="1"/>
          <p:nvPr/>
        </p:nvSpPr>
        <p:spPr>
          <a:xfrm>
            <a:off x="2258568" y="2267712"/>
            <a:ext cx="1197864" cy="74980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19" b="1">
                <a:latin typeface="Montserrat"/>
              </a:rPr>
              <a:t>Structure</a:t>
            </a:r>
          </a:p>
          <a:p>
            <a:pPr algn="l"/>
            <a:r>
              <a:rPr sz="750" b="0">
                <a:latin typeface="Montserrat"/>
              </a:rPr>
              <a:t>&amp; chunk</a:t>
            </a:r>
          </a:p>
          <a:p>
            <a:pPr algn="l"/>
            <a:r>
              <a:rPr sz="750" b="0">
                <a:latin typeface="Montserrat"/>
              </a:rPr>
              <a:t>120 / 16 + metadata</a:t>
            </a:r>
          </a:p>
        </p:txBody>
      </p:sp>
      <p:sp>
        <p:nvSpPr>
          <p:cNvPr id="200" name="Chevron 199"/>
          <p:cNvSpPr/>
          <p:nvPr/>
        </p:nvSpPr>
        <p:spPr>
          <a:xfrm>
            <a:off x="3611880" y="2313432"/>
            <a:ext cx="182880" cy="292608"/>
          </a:xfrm>
          <a:prstGeom prst="chevron">
            <a:avLst/>
          </a:prstGeom>
          <a:solidFill>
            <a:srgbClr val="B4BCC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1" name="Rounded Rectangle 200"/>
          <p:cNvSpPr/>
          <p:nvPr/>
        </p:nvSpPr>
        <p:spPr>
          <a:xfrm>
            <a:off x="3794760" y="1755648"/>
            <a:ext cx="1417320" cy="1417320"/>
          </a:xfrm>
          <a:prstGeom prst="roundRect">
            <a:avLst/>
          </a:prstGeom>
          <a:solidFill>
            <a:srgbClr val="F7F9FD"/>
          </a:solidFill>
          <a:ln w="15875">
            <a:solidFill>
              <a:srgbClr val="008B9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2" name="Oval 201"/>
          <p:cNvSpPr/>
          <p:nvPr/>
        </p:nvSpPr>
        <p:spPr>
          <a:xfrm>
            <a:off x="3886200" y="1883664"/>
            <a:ext cx="329184" cy="329184"/>
          </a:xfrm>
          <a:prstGeom prst="ellipse">
            <a:avLst/>
          </a:prstGeom>
          <a:solidFill>
            <a:srgbClr val="008B9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sz="720" b="1">
                <a:solidFill>
                  <a:srgbClr val="FFFFFF"/>
                </a:solidFill>
                <a:latin typeface="Montserrat"/>
              </a:rPr>
              <a:t>3</a:t>
            </a:r>
          </a:p>
        </p:txBody>
      </p:sp>
      <p:sp>
        <p:nvSpPr>
          <p:cNvPr id="203" name="TextBox 202"/>
          <p:cNvSpPr txBox="1"/>
          <p:nvPr/>
        </p:nvSpPr>
        <p:spPr>
          <a:xfrm>
            <a:off x="3904488" y="2267712"/>
            <a:ext cx="1197864" cy="74980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Bef>
                <a:spcPts val="0"/>
              </a:spcBef>
              <a:spcAft>
                <a:spcPts val="200"/>
              </a:spcAft>
            </a:pPr>
            <a:r>
              <a:rPr sz="1019" b="1">
                <a:solidFill>
                  <a:srgbClr val="0E39A9"/>
                </a:solidFill>
                <a:latin typeface="Montserrat"/>
              </a:rPr>
              <a:t>Retrieve</a:t>
            </a:r>
          </a:p>
          <a:p>
            <a:pPr algn="l">
              <a:spcBef>
                <a:spcPts val="0"/>
              </a:spcBef>
              <a:spcAft>
                <a:spcPts val="200"/>
              </a:spcAft>
            </a:pPr>
            <a:r>
              <a:rPr sz="750" b="0">
                <a:solidFill>
                  <a:srgbClr val="000000"/>
                </a:solidFill>
                <a:latin typeface="Montserrat"/>
              </a:rPr>
              <a:t>&amp; rerank</a:t>
            </a:r>
          </a:p>
          <a:p>
            <a:pPr algn="l">
              <a:spcBef>
                <a:spcPts val="0"/>
              </a:spcBef>
              <a:spcAft>
                <a:spcPts val="200"/>
              </a:spcAft>
            </a:pPr>
            <a:r>
              <a:rPr sz="750" b="0">
                <a:solidFill>
                  <a:srgbClr val="000000"/>
                </a:solidFill>
                <a:latin typeface="Montserrat"/>
              </a:rPr>
              <a:t>FAISS + MMR + CrossEncoder</a:t>
            </a:r>
          </a:p>
        </p:txBody>
      </p:sp>
      <p:sp>
        <p:nvSpPr>
          <p:cNvPr id="204" name="Chevron 203"/>
          <p:cNvSpPr/>
          <p:nvPr/>
        </p:nvSpPr>
        <p:spPr>
          <a:xfrm>
            <a:off x="5257800" y="2313432"/>
            <a:ext cx="182880" cy="292608"/>
          </a:xfrm>
          <a:prstGeom prst="chevron">
            <a:avLst/>
          </a:prstGeom>
          <a:solidFill>
            <a:srgbClr val="B4BCC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5" name="Rounded Rectangle 204"/>
          <p:cNvSpPr/>
          <p:nvPr/>
        </p:nvSpPr>
        <p:spPr>
          <a:xfrm>
            <a:off x="5440680" y="1755648"/>
            <a:ext cx="1417320" cy="1417320"/>
          </a:xfrm>
          <a:prstGeom prst="roundRect">
            <a:avLst/>
          </a:prstGeom>
          <a:solidFill>
            <a:srgbClr val="F7F9FD"/>
          </a:solidFill>
          <a:ln w="15875">
            <a:solidFill>
              <a:srgbClr val="0C7D74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6" name="Oval 205"/>
          <p:cNvSpPr/>
          <p:nvPr/>
        </p:nvSpPr>
        <p:spPr>
          <a:xfrm>
            <a:off x="5532120" y="1883664"/>
            <a:ext cx="329184" cy="329184"/>
          </a:xfrm>
          <a:prstGeom prst="ellipse">
            <a:avLst/>
          </a:prstGeom>
          <a:solidFill>
            <a:srgbClr val="0C7D7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sz="720" b="1">
                <a:solidFill>
                  <a:srgbClr val="FFFFFF"/>
                </a:solidFill>
                <a:latin typeface="Montserrat"/>
              </a:rPr>
              <a:t>4</a:t>
            </a:r>
          </a:p>
        </p:txBody>
      </p:sp>
      <p:sp>
        <p:nvSpPr>
          <p:cNvPr id="207" name="TextBox 206"/>
          <p:cNvSpPr txBox="1"/>
          <p:nvPr/>
        </p:nvSpPr>
        <p:spPr>
          <a:xfrm>
            <a:off x="5550408" y="2267712"/>
            <a:ext cx="1197864" cy="74980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Bef>
                <a:spcPts val="0"/>
              </a:spcBef>
              <a:spcAft>
                <a:spcPts val="200"/>
              </a:spcAft>
            </a:pPr>
            <a:r>
              <a:rPr sz="1019" b="1">
                <a:solidFill>
                  <a:srgbClr val="0E39A9"/>
                </a:solidFill>
                <a:latin typeface="Montserrat"/>
              </a:rPr>
              <a:t>Generate</a:t>
            </a:r>
          </a:p>
          <a:p>
            <a:pPr algn="l">
              <a:spcBef>
                <a:spcPts val="0"/>
              </a:spcBef>
              <a:spcAft>
                <a:spcPts val="200"/>
              </a:spcAft>
            </a:pPr>
            <a:r>
              <a:rPr sz="750" b="0">
                <a:solidFill>
                  <a:srgbClr val="000000"/>
                </a:solidFill>
                <a:latin typeface="Montserrat"/>
              </a:rPr>
              <a:t>&amp; evaluate</a:t>
            </a:r>
          </a:p>
          <a:p>
            <a:pPr algn="l">
              <a:spcBef>
                <a:spcPts val="0"/>
              </a:spcBef>
              <a:spcAft>
                <a:spcPts val="200"/>
              </a:spcAft>
            </a:pPr>
            <a:r>
              <a:rPr sz="750" b="0">
                <a:solidFill>
                  <a:srgbClr val="000000"/>
                </a:solidFill>
                <a:latin typeface="Montserrat"/>
              </a:rPr>
              <a:t>GPT-4o-mini + DeepEval</a:t>
            </a:r>
          </a:p>
        </p:txBody>
      </p:sp>
      <p:sp>
        <p:nvSpPr>
          <p:cNvPr id="208" name="Chevron 207"/>
          <p:cNvSpPr/>
          <p:nvPr/>
        </p:nvSpPr>
        <p:spPr>
          <a:xfrm>
            <a:off x="6903720" y="2313432"/>
            <a:ext cx="182880" cy="292608"/>
          </a:xfrm>
          <a:prstGeom prst="chevron">
            <a:avLst/>
          </a:prstGeom>
          <a:solidFill>
            <a:srgbClr val="B4BCC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9" name="Rounded Rectangle 208"/>
          <p:cNvSpPr/>
          <p:nvPr/>
        </p:nvSpPr>
        <p:spPr>
          <a:xfrm>
            <a:off x="7086600" y="1755648"/>
            <a:ext cx="1417320" cy="1417320"/>
          </a:xfrm>
          <a:prstGeom prst="roundRect">
            <a:avLst/>
          </a:prstGeom>
          <a:solidFill>
            <a:srgbClr val="F7F9FD"/>
          </a:solidFill>
          <a:ln w="15875">
            <a:solidFill>
              <a:srgbClr val="236B5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0" name="Oval 209"/>
          <p:cNvSpPr/>
          <p:nvPr/>
        </p:nvSpPr>
        <p:spPr>
          <a:xfrm>
            <a:off x="7178040" y="1883664"/>
            <a:ext cx="329184" cy="329184"/>
          </a:xfrm>
          <a:prstGeom prst="ellipse">
            <a:avLst/>
          </a:prstGeom>
          <a:solidFill>
            <a:srgbClr val="236B5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sz="720" b="1">
                <a:solidFill>
                  <a:srgbClr val="FFFFFF"/>
                </a:solidFill>
                <a:latin typeface="Montserrat"/>
              </a:rPr>
              <a:t>5</a:t>
            </a:r>
          </a:p>
        </p:txBody>
      </p:sp>
      <p:sp>
        <p:nvSpPr>
          <p:cNvPr id="211" name="TextBox 210"/>
          <p:cNvSpPr txBox="1"/>
          <p:nvPr/>
        </p:nvSpPr>
        <p:spPr>
          <a:xfrm>
            <a:off x="7196328" y="2267712"/>
            <a:ext cx="1197864" cy="74980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Bef>
                <a:spcPts val="0"/>
              </a:spcBef>
              <a:spcAft>
                <a:spcPts val="200"/>
              </a:spcAft>
            </a:pPr>
            <a:r>
              <a:rPr sz="1019" b="1">
                <a:solidFill>
                  <a:srgbClr val="0E39A9"/>
                </a:solidFill>
                <a:latin typeface="Montserrat"/>
              </a:rPr>
              <a:t>Deploy</a:t>
            </a:r>
          </a:p>
          <a:p>
            <a:pPr algn="l">
              <a:spcBef>
                <a:spcPts val="0"/>
              </a:spcBef>
              <a:spcAft>
                <a:spcPts val="200"/>
              </a:spcAft>
            </a:pPr>
            <a:r>
              <a:rPr sz="750" b="0">
                <a:solidFill>
                  <a:srgbClr val="000000"/>
                </a:solidFill>
                <a:latin typeface="Montserrat"/>
              </a:rPr>
              <a:t>&amp; monitor</a:t>
            </a:r>
          </a:p>
          <a:p>
            <a:pPr algn="l">
              <a:spcBef>
                <a:spcPts val="0"/>
              </a:spcBef>
              <a:spcAft>
                <a:spcPts val="200"/>
              </a:spcAft>
            </a:pPr>
            <a:r>
              <a:rPr sz="750" b="0">
                <a:solidFill>
                  <a:srgbClr val="000000"/>
                </a:solidFill>
                <a:latin typeface="Montserrat"/>
              </a:rPr>
              <a:t>Flask + Streamlit + Codespaces</a:t>
            </a:r>
          </a:p>
        </p:txBody>
      </p:sp>
      <p:sp>
        <p:nvSpPr>
          <p:cNvPr id="212" name="Rounded Rectangle 211"/>
          <p:cNvSpPr/>
          <p:nvPr/>
        </p:nvSpPr>
        <p:spPr>
          <a:xfrm>
            <a:off x="685800" y="3822191"/>
            <a:ext cx="1691640" cy="658368"/>
          </a:xfrm>
          <a:prstGeom prst="roundRect">
            <a:avLst/>
          </a:prstGeom>
          <a:solidFill>
            <a:srgbClr val="F2F6FF"/>
          </a:solidFill>
          <a:ln>
            <a:solidFill>
              <a:srgbClr val="BECBE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3" name="TextBox 212"/>
          <p:cNvSpPr txBox="1"/>
          <p:nvPr/>
        </p:nvSpPr>
        <p:spPr>
          <a:xfrm>
            <a:off x="777240" y="3904487"/>
            <a:ext cx="566928" cy="347472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t>178</a:t>
            </a:r>
          </a:p>
        </p:txBody>
      </p:sp>
      <p:sp>
        <p:nvSpPr>
          <p:cNvPr id="214" name="TextBox 213"/>
          <p:cNvSpPr txBox="1"/>
          <p:nvPr/>
        </p:nvSpPr>
        <p:spPr>
          <a:xfrm>
            <a:off x="1362456" y="3931920"/>
            <a:ext cx="896112" cy="256032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spcBef>
                <a:spcPts val="0"/>
              </a:spcBef>
              <a:spcAft>
                <a:spcPts val="0"/>
              </a:spcAft>
            </a:pPr>
            <a:r>
              <a:rPr sz="770" b="0">
                <a:solidFill>
                  <a:srgbClr val="000000"/>
                </a:solidFill>
                <a:latin typeface="Montserrat"/>
              </a:rPr>
              <a:t>indexed chunks</a:t>
            </a:r>
          </a:p>
        </p:txBody>
      </p:sp>
      <p:sp>
        <p:nvSpPr>
          <p:cNvPr id="215" name="Rounded Rectangle 214"/>
          <p:cNvSpPr/>
          <p:nvPr/>
        </p:nvSpPr>
        <p:spPr>
          <a:xfrm>
            <a:off x="2697480" y="3822191"/>
            <a:ext cx="1691640" cy="658368"/>
          </a:xfrm>
          <a:prstGeom prst="roundRect">
            <a:avLst/>
          </a:prstGeom>
          <a:solidFill>
            <a:srgbClr val="F2F6FF"/>
          </a:solidFill>
          <a:ln>
            <a:solidFill>
              <a:srgbClr val="BECBE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6" name="TextBox 215"/>
          <p:cNvSpPr txBox="1"/>
          <p:nvPr/>
        </p:nvSpPr>
        <p:spPr>
          <a:xfrm>
            <a:off x="2788920" y="3904487"/>
            <a:ext cx="566928" cy="347472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spcBef>
                <a:spcPts val="0"/>
              </a:spcBef>
              <a:spcAft>
                <a:spcPts val="0"/>
              </a:spcAft>
            </a:pPr>
            <a:r>
              <a:rPr sz="1500" b="1">
                <a:solidFill>
                  <a:srgbClr val="0E39A9"/>
                </a:solidFill>
                <a:latin typeface="Montserrat"/>
              </a:rPr>
              <a:t>k=5</a:t>
            </a:r>
          </a:p>
        </p:txBody>
      </p:sp>
      <p:sp>
        <p:nvSpPr>
          <p:cNvPr id="217" name="TextBox 216"/>
          <p:cNvSpPr txBox="1"/>
          <p:nvPr/>
        </p:nvSpPr>
        <p:spPr>
          <a:xfrm>
            <a:off x="3374136" y="3931920"/>
            <a:ext cx="896112" cy="256032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spcBef>
                <a:spcPts val="0"/>
              </a:spcBef>
              <a:spcAft>
                <a:spcPts val="0"/>
              </a:spcAft>
            </a:pPr>
            <a:r>
              <a:rPr sz="770" b="0">
                <a:solidFill>
                  <a:srgbClr val="000000"/>
                </a:solidFill>
                <a:latin typeface="Montserrat"/>
              </a:rPr>
              <a:t>selected baseline</a:t>
            </a:r>
          </a:p>
        </p:txBody>
      </p:sp>
      <p:sp>
        <p:nvSpPr>
          <p:cNvPr id="218" name="Rounded Rectangle 217"/>
          <p:cNvSpPr/>
          <p:nvPr/>
        </p:nvSpPr>
        <p:spPr>
          <a:xfrm>
            <a:off x="4709160" y="3822191"/>
            <a:ext cx="1691640" cy="658368"/>
          </a:xfrm>
          <a:prstGeom prst="roundRect">
            <a:avLst/>
          </a:prstGeom>
          <a:solidFill>
            <a:srgbClr val="F2F6FF"/>
          </a:solidFill>
          <a:ln>
            <a:solidFill>
              <a:srgbClr val="BECBE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9" name="TextBox 218"/>
          <p:cNvSpPr txBox="1"/>
          <p:nvPr/>
        </p:nvSpPr>
        <p:spPr>
          <a:xfrm>
            <a:off x="4800600" y="3904487"/>
            <a:ext cx="566928" cy="347472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t>7</a:t>
            </a:r>
          </a:p>
        </p:txBody>
      </p:sp>
      <p:sp>
        <p:nvSpPr>
          <p:cNvPr id="220" name="TextBox 219"/>
          <p:cNvSpPr txBox="1"/>
          <p:nvPr/>
        </p:nvSpPr>
        <p:spPr>
          <a:xfrm>
            <a:off x="5385816" y="3931920"/>
            <a:ext cx="896112" cy="256032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spcBef>
                <a:spcPts val="0"/>
              </a:spcBef>
              <a:spcAft>
                <a:spcPts val="0"/>
              </a:spcAft>
            </a:pPr>
            <a:r>
              <a:rPr sz="770" b="0">
                <a:solidFill>
                  <a:srgbClr val="000000"/>
                </a:solidFill>
                <a:latin typeface="Montserrat"/>
              </a:rPr>
              <a:t>pass rate / 10</a:t>
            </a:r>
          </a:p>
        </p:txBody>
      </p:sp>
      <p:sp>
        <p:nvSpPr>
          <p:cNvPr id="221" name="Rounded Rectangle 220"/>
          <p:cNvSpPr/>
          <p:nvPr/>
        </p:nvSpPr>
        <p:spPr>
          <a:xfrm>
            <a:off x="6720840" y="3822191"/>
            <a:ext cx="1691640" cy="658368"/>
          </a:xfrm>
          <a:prstGeom prst="roundRect">
            <a:avLst/>
          </a:prstGeom>
          <a:solidFill>
            <a:srgbClr val="F2F6FF"/>
          </a:solidFill>
          <a:ln>
            <a:solidFill>
              <a:srgbClr val="BECBE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2" name="TextBox 221"/>
          <p:cNvSpPr txBox="1"/>
          <p:nvPr/>
        </p:nvSpPr>
        <p:spPr>
          <a:xfrm>
            <a:off x="6812280" y="3904487"/>
            <a:ext cx="566928" cy="347472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t>.867</a:t>
            </a:r>
          </a:p>
        </p:txBody>
      </p:sp>
      <p:sp>
        <p:nvSpPr>
          <p:cNvPr id="223" name="TextBox 222"/>
          <p:cNvSpPr txBox="1"/>
          <p:nvPr/>
        </p:nvSpPr>
        <p:spPr>
          <a:xfrm>
            <a:off x="7397496" y="3931920"/>
            <a:ext cx="896112" cy="256032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spcBef>
                <a:spcPts val="0"/>
              </a:spcBef>
              <a:spcAft>
                <a:spcPts val="0"/>
              </a:spcAft>
            </a:pPr>
            <a:r>
              <a:rPr sz="770" b="0">
                <a:solidFill>
                  <a:srgbClr val="000000"/>
                </a:solidFill>
                <a:latin typeface="Montserrat"/>
              </a:rPr>
              <a:t>weighted composite</a:t>
            </a:r>
          </a:p>
        </p:txBody>
      </p:sp>
      <p:sp>
        <p:nvSpPr>
          <p:cNvPr id="224" name="Rounded Rectangle 223"/>
          <p:cNvSpPr/>
          <p:nvPr/>
        </p:nvSpPr>
        <p:spPr>
          <a:xfrm>
            <a:off x="960120" y="4599432"/>
            <a:ext cx="1353312" cy="283464"/>
          </a:xfrm>
          <a:prstGeom prst="roundRect">
            <a:avLst/>
          </a:prstGeom>
          <a:solidFill>
            <a:srgbClr val="E8EFFF"/>
          </a:solidFill>
          <a:ln w="10160">
            <a:solidFill>
              <a:srgbClr val="0E39A9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7432" rIns="27432" tIns="9144" bIns="9144"/>
          <a:lstStyle/>
          <a:p>
            <a:pPr algn="ctr">
              <a:spcBef>
                <a:spcPts val="0"/>
              </a:spcBef>
              <a:spcAft>
                <a:spcPts val="0"/>
              </a:spcAft>
            </a:pPr>
            <a:r>
              <a:rPr sz="650" b="1">
                <a:solidFill>
                  <a:srgbClr val="000000"/>
                </a:solidFill>
                <a:latin typeface="Montserrat"/>
              </a:rPr>
              <a:t>Guest</a:t>
            </a:r>
          </a:p>
          <a:p>
            <a:pPr algn="ctr">
              <a:spcBef>
                <a:spcPts val="0"/>
              </a:spcBef>
              <a:spcAft>
                <a:spcPts val="0"/>
              </a:spcAft>
            </a:pPr>
            <a:r>
              <a:rPr sz="650" b="1">
                <a:solidFill>
                  <a:srgbClr val="000000"/>
                </a:solidFill>
                <a:latin typeface="Montserrat"/>
              </a:rPr>
              <a:t>question</a:t>
            </a:r>
          </a:p>
        </p:txBody>
      </p:sp>
      <p:sp>
        <p:nvSpPr>
          <p:cNvPr id="225" name="Chevron 224"/>
          <p:cNvSpPr/>
          <p:nvPr/>
        </p:nvSpPr>
        <p:spPr>
          <a:xfrm>
            <a:off x="2395728" y="4663440"/>
            <a:ext cx="164592" cy="137160"/>
          </a:xfrm>
          <a:prstGeom prst="chevron">
            <a:avLst/>
          </a:prstGeom>
          <a:solidFill>
            <a:srgbClr val="96A0A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6" name="Rounded Rectangle 225"/>
          <p:cNvSpPr/>
          <p:nvPr/>
        </p:nvSpPr>
        <p:spPr>
          <a:xfrm>
            <a:off x="2834639" y="4599432"/>
            <a:ext cx="1353312" cy="283464"/>
          </a:xfrm>
          <a:prstGeom prst="roundRect">
            <a:avLst/>
          </a:prstGeom>
          <a:solidFill>
            <a:srgbClr val="E6F7F6"/>
          </a:solidFill>
          <a:ln w="10160">
            <a:solidFill>
              <a:srgbClr val="009CA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7432" rIns="27432" tIns="9144" bIns="9144"/>
          <a:lstStyle/>
          <a:p>
            <a:pPr algn="ctr">
              <a:spcBef>
                <a:spcPts val="0"/>
              </a:spcBef>
              <a:spcAft>
                <a:spcPts val="0"/>
              </a:spcAft>
            </a:pPr>
            <a:r>
              <a:rPr sz="650" b="1">
                <a:solidFill>
                  <a:srgbClr val="000000"/>
                </a:solidFill>
                <a:latin typeface="Montserrat"/>
              </a:rPr>
              <a:t>Relevant</a:t>
            </a:r>
          </a:p>
          <a:p>
            <a:pPr algn="ctr">
              <a:spcBef>
                <a:spcPts val="0"/>
              </a:spcBef>
              <a:spcAft>
                <a:spcPts val="0"/>
              </a:spcAft>
            </a:pPr>
            <a:r>
              <a:rPr sz="650" b="1">
                <a:solidFill>
                  <a:srgbClr val="000000"/>
                </a:solidFill>
                <a:latin typeface="Montserrat"/>
              </a:rPr>
              <a:t>evidence</a:t>
            </a:r>
          </a:p>
        </p:txBody>
      </p:sp>
      <p:sp>
        <p:nvSpPr>
          <p:cNvPr id="227" name="Chevron 226"/>
          <p:cNvSpPr/>
          <p:nvPr/>
        </p:nvSpPr>
        <p:spPr>
          <a:xfrm>
            <a:off x="4270248" y="4663440"/>
            <a:ext cx="164592" cy="137160"/>
          </a:xfrm>
          <a:prstGeom prst="chevron">
            <a:avLst/>
          </a:prstGeom>
          <a:solidFill>
            <a:srgbClr val="96A0A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8" name="Rounded Rectangle 227"/>
          <p:cNvSpPr/>
          <p:nvPr/>
        </p:nvSpPr>
        <p:spPr>
          <a:xfrm>
            <a:off x="4709159" y="4599432"/>
            <a:ext cx="1353312" cy="283464"/>
          </a:xfrm>
          <a:prstGeom prst="roundRect">
            <a:avLst/>
          </a:prstGeom>
          <a:solidFill>
            <a:srgbClr val="ECF8F0"/>
          </a:solidFill>
          <a:ln w="10160">
            <a:solidFill>
              <a:srgbClr val="1F7752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7432" rIns="27432" tIns="9144" bIns="9144"/>
          <a:lstStyle/>
          <a:p>
            <a:pPr algn="ctr">
              <a:spcBef>
                <a:spcPts val="0"/>
              </a:spcBef>
              <a:spcAft>
                <a:spcPts val="0"/>
              </a:spcAft>
            </a:pPr>
            <a:r>
              <a:rPr sz="650" b="1">
                <a:solidFill>
                  <a:srgbClr val="000000"/>
                </a:solidFill>
                <a:latin typeface="Montserrat"/>
              </a:rPr>
              <a:t>Grounded</a:t>
            </a:r>
          </a:p>
          <a:p>
            <a:pPr algn="ctr">
              <a:spcBef>
                <a:spcPts val="0"/>
              </a:spcBef>
              <a:spcAft>
                <a:spcPts val="0"/>
              </a:spcAft>
            </a:pPr>
            <a:r>
              <a:rPr sz="650" b="1">
                <a:solidFill>
                  <a:srgbClr val="000000"/>
                </a:solidFill>
                <a:latin typeface="Montserrat"/>
              </a:rPr>
              <a:t>answer</a:t>
            </a:r>
          </a:p>
        </p:txBody>
      </p:sp>
      <p:sp>
        <p:nvSpPr>
          <p:cNvPr id="229" name="Chevron 228"/>
          <p:cNvSpPr/>
          <p:nvPr/>
        </p:nvSpPr>
        <p:spPr>
          <a:xfrm>
            <a:off x="6144768" y="4663440"/>
            <a:ext cx="164592" cy="137160"/>
          </a:xfrm>
          <a:prstGeom prst="chevron">
            <a:avLst/>
          </a:prstGeom>
          <a:solidFill>
            <a:srgbClr val="96A0A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0" name="Rounded Rectangle 229"/>
          <p:cNvSpPr/>
          <p:nvPr/>
        </p:nvSpPr>
        <p:spPr>
          <a:xfrm>
            <a:off x="6583679" y="4599432"/>
            <a:ext cx="1353312" cy="283464"/>
          </a:xfrm>
          <a:prstGeom prst="roundRect">
            <a:avLst/>
          </a:prstGeom>
          <a:solidFill>
            <a:srgbClr val="FFF5E0"/>
          </a:solidFill>
          <a:ln w="10160">
            <a:solidFill>
              <a:srgbClr val="CA912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7432" rIns="27432" tIns="9144" bIns="9144"/>
          <a:lstStyle/>
          <a:p>
            <a:pPr algn="ctr">
              <a:spcBef>
                <a:spcPts val="0"/>
              </a:spcBef>
              <a:spcAft>
                <a:spcPts val="0"/>
              </a:spcAft>
            </a:pPr>
            <a:r>
              <a:rPr sz="650" b="1">
                <a:solidFill>
                  <a:srgbClr val="000000"/>
                </a:solidFill>
                <a:latin typeface="Montserrat"/>
              </a:rPr>
              <a:t>Assisted</a:t>
            </a:r>
          </a:p>
          <a:p>
            <a:pPr algn="ctr">
              <a:spcBef>
                <a:spcPts val="0"/>
              </a:spcBef>
              <a:spcAft>
                <a:spcPts val="0"/>
              </a:spcAft>
            </a:pPr>
            <a:r>
              <a:rPr sz="650" b="1">
                <a:solidFill>
                  <a:srgbClr val="000000"/>
                </a:solidFill>
                <a:latin typeface="Montserrat"/>
              </a:rPr>
              <a:t>review</a:t>
            </a:r>
          </a:p>
        </p:txBody>
      </p:sp>
      <p:sp>
        <p:nvSpPr>
          <p:cNvPr id="231" name="TextBox 230"/>
          <p:cNvSpPr txBox="1"/>
          <p:nvPr/>
        </p:nvSpPr>
        <p:spPr>
          <a:xfrm>
            <a:off x="8339327" y="4818888"/>
            <a:ext cx="384048" cy="146304"/>
          </a:xfrm>
          <a:prstGeom prst="rect">
            <a:avLst/>
          </a:prstGeom>
          <a:noFill/>
        </p:spPr>
        <p:txBody>
          <a:bodyPr wrap="none" lIns="0" rIns="0">
            <a:spAutoFit/>
          </a:bodyPr>
          <a:lstStyle/>
          <a:p>
            <a:pPr algn="r">
              <a:spcBef>
                <a:spcPts val="0"/>
              </a:spcBef>
              <a:spcAft>
                <a:spcPts val="0"/>
              </a:spcAft>
            </a:pPr>
            <a:r>
              <a:rPr sz="720" b="1">
                <a:solidFill>
                  <a:srgbClr val="646973"/>
                </a:solidFill>
                <a:latin typeface="Montserrat"/>
              </a:rPr>
              <a:t>03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196" name="Shape 19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7" name="Google Shape;197;p39"/>
          <p:cNvSpPr txBox="1"/>
          <p:nvPr>
            <p:ph type="title"/>
          </p:nvPr>
        </p:nvSpPr>
        <p:spPr>
          <a:xfrm>
            <a:off x="202550" y="289279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r>
              <a:rPr sz="2200" b="1">
                <a:solidFill>
                  <a:srgbClr val="0E39A9"/>
                </a:solidFill>
                <a:latin typeface="Montserrat"/>
              </a:rPr>
              <a:t>Business Problem Overview and Solution Approach</a:t>
            </a:r>
          </a:p>
        </p:txBody>
      </p:sp>
      <p:sp>
        <p:nvSpPr>
          <p:cNvPr id="198" name="Rectangle 197"/>
          <p:cNvSpPr/>
          <p:nvPr/>
        </p:nvSpPr>
        <p:spPr>
          <a:xfrm>
            <a:off x="502920" y="1005840"/>
            <a:ext cx="8138160" cy="32004"/>
          </a:xfrm>
          <a:prstGeom prst="rect">
            <a:avLst/>
          </a:prstGeom>
          <a:solidFill>
            <a:srgbClr val="0E39A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9" name="TextBox 198"/>
          <p:cNvSpPr txBox="1"/>
          <p:nvPr/>
        </p:nvSpPr>
        <p:spPr>
          <a:xfrm>
            <a:off x="694944" y="1325880"/>
            <a:ext cx="6080760" cy="256032"/>
          </a:xfrm>
          <a:prstGeom prst="rect">
            <a:avLst/>
          </a:prstGeom>
          <a:noFill/>
        </p:spPr>
        <p:txBody>
          <a:bodyPr wrap="square" lIns="82296" rIns="36576" tIns="18288" bIns="18288">
            <a:norm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350" b="1">
                <a:solidFill>
                  <a:srgbClr val="0E39A9"/>
                </a:solidFill>
                <a:latin typeface="Montserrat"/>
              </a:rPr>
              <a:t>Problem</a:t>
            </a:r>
          </a:p>
        </p:txBody>
      </p:sp>
      <p:sp>
        <p:nvSpPr>
          <p:cNvPr id="200" name="TextBox 199"/>
          <p:cNvSpPr txBox="1"/>
          <p:nvPr/>
        </p:nvSpPr>
        <p:spPr>
          <a:xfrm>
            <a:off x="694944" y="1613916"/>
            <a:ext cx="6080760" cy="448056"/>
          </a:xfrm>
          <a:prstGeom prst="rect">
            <a:avLst/>
          </a:prstGeom>
          <a:noFill/>
        </p:spPr>
        <p:txBody>
          <a:bodyPr wrap="square" lIns="82296" rIns="36576" tIns="18288" bIns="18288">
            <a:norm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350" b="0">
                <a:solidFill>
                  <a:srgbClr val="000000"/>
                </a:solidFill>
                <a:latin typeface="Montserrat"/>
              </a:rPr>
              <a:t>Staff handle about 1,200 guest queries per week; roughly 40% require multiple policy documents.</a:t>
            </a:r>
          </a:p>
        </p:txBody>
      </p:sp>
      <p:sp>
        <p:nvSpPr>
          <p:cNvPr id="201" name="Oval 200"/>
          <p:cNvSpPr/>
          <p:nvPr/>
        </p:nvSpPr>
        <p:spPr>
          <a:xfrm>
            <a:off x="402336" y="1714500"/>
            <a:ext cx="192024" cy="192024"/>
          </a:xfrm>
          <a:prstGeom prst="ellipse">
            <a:avLst/>
          </a:prstGeom>
          <a:solidFill>
            <a:srgbClr val="0944A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2" name="TextBox 201"/>
          <p:cNvSpPr txBox="1"/>
          <p:nvPr/>
        </p:nvSpPr>
        <p:spPr>
          <a:xfrm>
            <a:off x="694944" y="2093976"/>
            <a:ext cx="6080760" cy="448056"/>
          </a:xfrm>
          <a:prstGeom prst="rect">
            <a:avLst/>
          </a:prstGeom>
          <a:noFill/>
        </p:spPr>
        <p:txBody>
          <a:bodyPr wrap="square" lIns="82296" rIns="36576" tIns="18288" bIns="18288">
            <a:norm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350" b="0">
                <a:solidFill>
                  <a:srgbClr val="000000"/>
                </a:solidFill>
                <a:latin typeface="Montserrat"/>
              </a:rPr>
              <a:t>Manual lookup takes 8–12 minutes and creates a 15–20% risk of incomplete or incorrect answers.</a:t>
            </a:r>
          </a:p>
        </p:txBody>
      </p:sp>
      <p:sp>
        <p:nvSpPr>
          <p:cNvPr id="203" name="Oval 202"/>
          <p:cNvSpPr/>
          <p:nvPr/>
        </p:nvSpPr>
        <p:spPr>
          <a:xfrm>
            <a:off x="402336" y="2194560"/>
            <a:ext cx="192024" cy="192024"/>
          </a:xfrm>
          <a:prstGeom prst="ellipse">
            <a:avLst/>
          </a:prstGeom>
          <a:solidFill>
            <a:srgbClr val="0944A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4" name="TextBox 203"/>
          <p:cNvSpPr txBox="1"/>
          <p:nvPr/>
        </p:nvSpPr>
        <p:spPr>
          <a:xfrm>
            <a:off x="694944" y="2574036"/>
            <a:ext cx="6080760" cy="448056"/>
          </a:xfrm>
          <a:prstGeom prst="rect">
            <a:avLst/>
          </a:prstGeom>
          <a:noFill/>
        </p:spPr>
        <p:txBody>
          <a:bodyPr wrap="square" lIns="82296" rIns="36576" tIns="18288" bIns="18288">
            <a:norm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350" b="0">
                <a:solidFill>
                  <a:srgbClr val="000000"/>
                </a:solidFill>
                <a:latin typeface="Montserrat"/>
              </a:rPr>
              <a:t>Property-specific fees, room features, cancellation rules, and accessibility guidance are easy to mix up.</a:t>
            </a:r>
          </a:p>
        </p:txBody>
      </p:sp>
      <p:sp>
        <p:nvSpPr>
          <p:cNvPr id="205" name="Oval 204"/>
          <p:cNvSpPr/>
          <p:nvPr/>
        </p:nvSpPr>
        <p:spPr>
          <a:xfrm>
            <a:off x="402336" y="2674620"/>
            <a:ext cx="192024" cy="192024"/>
          </a:xfrm>
          <a:prstGeom prst="ellipse">
            <a:avLst/>
          </a:prstGeom>
          <a:solidFill>
            <a:srgbClr val="0944A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6" name="TextBox 205"/>
          <p:cNvSpPr txBox="1"/>
          <p:nvPr/>
        </p:nvSpPr>
        <p:spPr>
          <a:xfrm>
            <a:off x="694944" y="3054096"/>
            <a:ext cx="6080760" cy="256032"/>
          </a:xfrm>
          <a:prstGeom prst="rect">
            <a:avLst/>
          </a:prstGeom>
          <a:noFill/>
        </p:spPr>
        <p:txBody>
          <a:bodyPr wrap="square" lIns="82296" rIns="36576" tIns="18288" bIns="18288">
            <a:norm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350" b="1">
                <a:solidFill>
                  <a:srgbClr val="0E39A9"/>
                </a:solidFill>
                <a:latin typeface="Montserrat"/>
              </a:rPr>
              <a:t>Solution approach</a:t>
            </a:r>
          </a:p>
        </p:txBody>
      </p:sp>
      <p:sp>
        <p:nvSpPr>
          <p:cNvPr id="207" name="TextBox 206"/>
          <p:cNvSpPr txBox="1"/>
          <p:nvPr/>
        </p:nvSpPr>
        <p:spPr>
          <a:xfrm>
            <a:off x="694944" y="3342132"/>
            <a:ext cx="6080760" cy="448056"/>
          </a:xfrm>
          <a:prstGeom prst="rect">
            <a:avLst/>
          </a:prstGeom>
          <a:noFill/>
        </p:spPr>
        <p:txBody>
          <a:bodyPr wrap="square" lIns="82296" rIns="36576" tIns="18288" bIns="18288">
            <a:norm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350" b="0">
                <a:solidFill>
                  <a:srgbClr val="000000"/>
                </a:solidFill>
                <a:latin typeface="Montserrat"/>
              </a:rPr>
              <a:t>Extract policy PDFs with Docling; preserve headings and tables as Markdown.</a:t>
            </a:r>
          </a:p>
        </p:txBody>
      </p:sp>
      <p:sp>
        <p:nvSpPr>
          <p:cNvPr id="208" name="Oval 207"/>
          <p:cNvSpPr/>
          <p:nvPr/>
        </p:nvSpPr>
        <p:spPr>
          <a:xfrm>
            <a:off x="402336" y="3442715"/>
            <a:ext cx="192024" cy="192024"/>
          </a:xfrm>
          <a:prstGeom prst="ellipse">
            <a:avLst/>
          </a:prstGeom>
          <a:solidFill>
            <a:srgbClr val="0944A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9" name="TextBox 208"/>
          <p:cNvSpPr txBox="1"/>
          <p:nvPr/>
        </p:nvSpPr>
        <p:spPr>
          <a:xfrm>
            <a:off x="694944" y="3822191"/>
            <a:ext cx="6080760" cy="448056"/>
          </a:xfrm>
          <a:prstGeom prst="rect">
            <a:avLst/>
          </a:prstGeom>
          <a:noFill/>
        </p:spPr>
        <p:txBody>
          <a:bodyPr wrap="square" lIns="82296" rIns="36576" tIns="18288" bIns="18288">
            <a:norm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350" b="0">
                <a:solidFill>
                  <a:srgbClr val="000000"/>
                </a:solidFill>
                <a:latin typeface="Montserrat"/>
              </a:rPr>
              <a:t>Use token-aware chunking, domain embeddings, FAISS retrieval, MMR, and CrossEncoder reranking.</a:t>
            </a:r>
          </a:p>
        </p:txBody>
      </p:sp>
      <p:sp>
        <p:nvSpPr>
          <p:cNvPr id="210" name="Oval 209"/>
          <p:cNvSpPr/>
          <p:nvPr/>
        </p:nvSpPr>
        <p:spPr>
          <a:xfrm>
            <a:off x="402336" y="3922776"/>
            <a:ext cx="192024" cy="192024"/>
          </a:xfrm>
          <a:prstGeom prst="ellipse">
            <a:avLst/>
          </a:prstGeom>
          <a:solidFill>
            <a:srgbClr val="0944A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1" name="TextBox 210"/>
          <p:cNvSpPr txBox="1"/>
          <p:nvPr/>
        </p:nvSpPr>
        <p:spPr>
          <a:xfrm>
            <a:off x="694944" y="4302252"/>
            <a:ext cx="6080760" cy="379476"/>
          </a:xfrm>
          <a:prstGeom prst="rect">
            <a:avLst/>
          </a:prstGeom>
          <a:noFill/>
        </p:spPr>
        <p:txBody>
          <a:bodyPr wrap="square" lIns="82296" rIns="36576" tIns="18288" bIns="18288">
            <a:norm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350" b="0">
                <a:solidFill>
                  <a:srgbClr val="000000"/>
                </a:solidFill>
                <a:latin typeface="Montserrat"/>
              </a:rPr>
              <a:t>Generate concise answers with GPT-4o-mini using a strict retrieved-context-only prompt.</a:t>
            </a:r>
          </a:p>
        </p:txBody>
      </p:sp>
      <p:sp>
        <p:nvSpPr>
          <p:cNvPr id="212" name="Oval 211"/>
          <p:cNvSpPr/>
          <p:nvPr/>
        </p:nvSpPr>
        <p:spPr>
          <a:xfrm>
            <a:off x="402336" y="4402836"/>
            <a:ext cx="192024" cy="192024"/>
          </a:xfrm>
          <a:prstGeom prst="ellipse">
            <a:avLst/>
          </a:prstGeom>
          <a:solidFill>
            <a:srgbClr val="0944A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213" name="Picture 212" descr="professional_support.jpg"/>
          <p:cNvPicPr>
            <a:picLocks noChangeAspect="1"/>
          </p:cNvPicPr>
          <p:nvPr/>
        </p:nvPicPr>
        <p:blipFill>
          <a:blip r:embed="rId3"/>
          <a:srcRect l="7574" r="7574"/>
          <a:stretch>
            <a:fillRect/>
          </a:stretch>
        </p:blipFill>
        <p:spPr>
          <a:xfrm>
            <a:off x="6967728" y="3291840"/>
            <a:ext cx="1627632" cy="1078992"/>
          </a:xfrm>
          <a:prstGeom prst="rect">
            <a:avLst/>
          </a:prstGeom>
          <a:ln w="12700">
            <a:solidFill>
              <a:srgbClr val="BECBE8"/>
            </a:solidFill>
          </a:ln>
        </p:spPr>
      </p:pic>
      <p:sp>
        <p:nvSpPr>
          <p:cNvPr id="214" name="TextBox 213"/>
          <p:cNvSpPr txBox="1"/>
          <p:nvPr/>
        </p:nvSpPr>
        <p:spPr>
          <a:xfrm>
            <a:off x="6830568" y="4398264"/>
            <a:ext cx="1764792" cy="146304"/>
          </a:xfrm>
          <a:prstGeom prst="rect">
            <a:avLst/>
          </a:prstGeom>
          <a:noFill/>
        </p:spPr>
        <p:txBody>
          <a:bodyPr wrap="none" lIns="0" rIns="0">
            <a:spAutoFit/>
          </a:bodyPr>
          <a:lstStyle/>
          <a:p>
            <a:pPr algn="r">
              <a:spcBef>
                <a:spcPts val="0"/>
              </a:spcBef>
              <a:spcAft>
                <a:spcPts val="0"/>
              </a:spcAft>
            </a:pPr>
            <a:r>
              <a:rPr sz="580" i="1">
                <a:solidFill>
                  <a:srgbClr val="6E6E6E"/>
                </a:solidFill>
                <a:latin typeface="Montserrat"/>
              </a:rPr>
              <a:t>Photo: Unsplash</a:t>
            </a:r>
          </a:p>
        </p:txBody>
      </p:sp>
      <p:sp>
        <p:nvSpPr>
          <p:cNvPr id="215" name="TextBox 214"/>
          <p:cNvSpPr txBox="1"/>
          <p:nvPr/>
        </p:nvSpPr>
        <p:spPr>
          <a:xfrm>
            <a:off x="8339327" y="4818888"/>
            <a:ext cx="384048" cy="146304"/>
          </a:xfrm>
          <a:prstGeom prst="rect">
            <a:avLst/>
          </a:prstGeom>
          <a:noFill/>
        </p:spPr>
        <p:txBody>
          <a:bodyPr wrap="none" lIns="0" rIns="0">
            <a:spAutoFit/>
          </a:bodyPr>
          <a:lstStyle/>
          <a:p>
            <a:pPr algn="r">
              <a:spcBef>
                <a:spcPts val="0"/>
              </a:spcBef>
              <a:spcAft>
                <a:spcPts val="0"/>
              </a:spcAft>
            </a:pPr>
            <a:r>
              <a:rPr sz="720" b="1">
                <a:solidFill>
                  <a:srgbClr val="646973"/>
                </a:solidFill>
                <a:latin typeface="Montserrat"/>
              </a:rPr>
              <a:t>04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205" name="Shape 20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06" name="Google Shape;206;p40"/>
          <p:cNvSpPr txBox="1"/>
          <p:nvPr>
            <p:ph type="title"/>
          </p:nvPr>
        </p:nvSpPr>
        <p:spPr>
          <a:xfrm>
            <a:off x="202550" y="289279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r>
              <a:rPr sz="2200" b="1">
                <a:solidFill>
                  <a:srgbClr val="0E39A9"/>
                </a:solidFill>
                <a:latin typeface="Montserrat"/>
              </a:rPr>
              <a:t>Data Understanding</a:t>
            </a:r>
          </a:p>
        </p:txBody>
      </p:sp>
      <p:sp>
        <p:nvSpPr>
          <p:cNvPr id="207" name="Rectangle 206"/>
          <p:cNvSpPr/>
          <p:nvPr/>
        </p:nvSpPr>
        <p:spPr>
          <a:xfrm>
            <a:off x="502920" y="1005840"/>
            <a:ext cx="8138160" cy="32004"/>
          </a:xfrm>
          <a:prstGeom prst="rect">
            <a:avLst/>
          </a:prstGeom>
          <a:solidFill>
            <a:srgbClr val="0E39A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graphicFrame>
        <p:nvGraphicFramePr>
          <p:cNvPr id="208" name="Table 207"/>
          <p:cNvGraphicFramePr>
            <a:graphicFrameLocks noGrp="1"/>
          </p:cNvGraphicFramePr>
          <p:nvPr/>
        </p:nvGraphicFramePr>
        <p:xfrm>
          <a:off x="694944" y="1307592"/>
          <a:ext cx="6080760" cy="210312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2852928"/>
                <a:gridCol w="530352"/>
                <a:gridCol w="2697480"/>
              </a:tblGrid>
              <a:tr h="420624">
                <a:tc>
                  <a:txBody>
                    <a:bodyPr/>
                    <a:lstStyle/>
                    <a:p>
                      <a:pPr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860" b="1">
                          <a:solidFill>
                            <a:srgbClr val="FFFFFF"/>
                          </a:solidFill>
                          <a:latin typeface="Montserrat"/>
                        </a:rPr>
                        <a:t>Source PDF</a:t>
                      </a:r>
                    </a:p>
                  </a:txBody>
                  <a:tcPr marL="45720" marR="36576" marT="18288" marB="18288">
                    <a:solidFill>
                      <a:srgbClr val="0E39A9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860" b="1">
                          <a:solidFill>
                            <a:srgbClr val="FFFFFF"/>
                          </a:solidFill>
                          <a:latin typeface="Montserrat"/>
                        </a:rPr>
                        <a:t>Pages</a:t>
                      </a:r>
                    </a:p>
                  </a:txBody>
                  <a:tcPr marL="45720" marR="36576" marT="18288" marB="18288">
                    <a:solidFill>
                      <a:srgbClr val="0E39A9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860" b="1">
                          <a:solidFill>
                            <a:srgbClr val="FFFFFF"/>
                          </a:solidFill>
                          <a:latin typeface="Montserrat"/>
                        </a:rPr>
                        <a:t>Structure / coverage observed</a:t>
                      </a:r>
                    </a:p>
                  </a:txBody>
                  <a:tcPr marL="45720" marR="36576" marT="18288" marB="18288">
                    <a:solidFill>
                      <a:srgbClr val="0E39A9"/>
                    </a:solidFill>
                  </a:tcPr>
                </a:tc>
              </a:tr>
              <a:tr h="420624">
                <a:tc>
                  <a:txBody>
                    <a:bodyPr/>
                    <a:lstStyle/>
                    <a:p>
                      <a:pPr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710" b="1">
                          <a:solidFill>
                            <a:srgbClr val="000000"/>
                          </a:solidFill>
                          <a:latin typeface="Montserrat"/>
                        </a:rPr>
                        <a:t>aurorastay_room_and_property_</a:t>
                      </a:r>
                    </a:p>
                    <a:p>
                      <a:pPr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710" b="1">
                          <a:solidFill>
                            <a:srgbClr val="000000"/>
                          </a:solidFill>
                          <a:latin typeface="Montserrat"/>
                        </a:rPr>
                        <a:t>information.pdf</a:t>
                      </a:r>
                    </a:p>
                  </a:txBody>
                  <a:tcPr marL="45720" marR="36576" marT="18288" marB="18288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710" b="0">
                          <a:solidFill>
                            <a:srgbClr val="000000"/>
                          </a:solidFill>
                          <a:latin typeface="Montserrat"/>
                        </a:rPr>
                        <a:t>5</a:t>
                      </a:r>
                    </a:p>
                  </a:txBody>
                  <a:tcPr marL="45720" marR="36576" marT="18288" marB="18288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710" b="0">
                          <a:solidFill>
                            <a:srgbClr val="000000"/>
                          </a:solidFill>
                          <a:latin typeface="Montserrat"/>
                        </a:rPr>
                        <a:t>Policy prose + six-property matrix; property-specific rows</a:t>
                      </a:r>
                    </a:p>
                  </a:txBody>
                  <a:tcPr marL="45720" marR="36576" marT="18288" marB="18288">
                    <a:solidFill>
                      <a:srgbClr val="FFFFFF"/>
                    </a:solidFill>
                  </a:tcPr>
                </a:tc>
              </a:tr>
              <a:tr h="420624">
                <a:tc>
                  <a:txBody>
                    <a:bodyPr/>
                    <a:lstStyle/>
                    <a:p>
                      <a:pPr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710" b="1">
                          <a:solidFill>
                            <a:srgbClr val="000000"/>
                          </a:solidFill>
                          <a:latin typeface="Montserrat"/>
                        </a:rPr>
                        <a:t>aurorastay_booking_terms_and_</a:t>
                      </a:r>
                    </a:p>
                    <a:p>
                      <a:pPr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710" b="1">
                          <a:solidFill>
                            <a:srgbClr val="000000"/>
                          </a:solidFill>
                          <a:latin typeface="Montserrat"/>
                        </a:rPr>
                        <a:t>cancellation_policy.pdf</a:t>
                      </a:r>
                    </a:p>
                  </a:txBody>
                  <a:tcPr marL="45720" marR="36576" marT="18288" marB="18288">
                    <a:solidFill>
                      <a:srgbClr val="F2F6FF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710" b="0">
                          <a:solidFill>
                            <a:srgbClr val="000000"/>
                          </a:solidFill>
                          <a:latin typeface="Montserrat"/>
                        </a:rPr>
                        <a:t>5</a:t>
                      </a:r>
                    </a:p>
                  </a:txBody>
                  <a:tcPr marL="45720" marR="36576" marT="18288" marB="18288">
                    <a:solidFill>
                      <a:srgbClr val="F2F6FF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710" b="0">
                          <a:solidFill>
                            <a:srgbClr val="000000"/>
                          </a:solidFill>
                          <a:latin typeface="Montserrat"/>
                        </a:rPr>
                        <a:t>Rates, cancellation, check-in/out, reservation conditions</a:t>
                      </a:r>
                    </a:p>
                  </a:txBody>
                  <a:tcPr marL="45720" marR="36576" marT="18288" marB="18288">
                    <a:solidFill>
                      <a:srgbClr val="F2F6FF"/>
                    </a:solidFill>
                  </a:tcPr>
                </a:tc>
              </a:tr>
              <a:tr h="420624">
                <a:tc>
                  <a:txBody>
                    <a:bodyPr/>
                    <a:lstStyle/>
                    <a:p>
                      <a:pPr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710" b="1">
                          <a:solidFill>
                            <a:srgbClr val="000000"/>
                          </a:solidFill>
                          <a:latin typeface="Montserrat"/>
                        </a:rPr>
                        <a:t>aurorastay_refunds_and_additional_</a:t>
                      </a:r>
                    </a:p>
                    <a:p>
                      <a:pPr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710" b="1">
                          <a:solidFill>
                            <a:srgbClr val="000000"/>
                          </a:solidFill>
                          <a:latin typeface="Montserrat"/>
                        </a:rPr>
                        <a:t>charges_guide.pdf</a:t>
                      </a:r>
                    </a:p>
                  </a:txBody>
                  <a:tcPr marL="45720" marR="36576" marT="18288" marB="18288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710" b="0">
                          <a:solidFill>
                            <a:srgbClr val="000000"/>
                          </a:solidFill>
                          <a:latin typeface="Montserrat"/>
                        </a:rPr>
                        <a:t>4</a:t>
                      </a:r>
                    </a:p>
                  </a:txBody>
                  <a:tcPr marL="45720" marR="36576" marT="18288" marB="18288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710" b="0">
                          <a:solidFill>
                            <a:srgbClr val="000000"/>
                          </a:solidFill>
                          <a:latin typeface="Montserrat"/>
                        </a:rPr>
                        <a:t>Refund rules, fees, exceptions, and conditional charges</a:t>
                      </a:r>
                    </a:p>
                  </a:txBody>
                  <a:tcPr marL="45720" marR="36576" marT="18288" marB="18288">
                    <a:solidFill>
                      <a:srgbClr val="FFFFFF"/>
                    </a:solidFill>
                  </a:tcPr>
                </a:tc>
              </a:tr>
              <a:tr h="420624">
                <a:tc>
                  <a:txBody>
                    <a:bodyPr/>
                    <a:lstStyle/>
                    <a:p>
                      <a:pPr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710" b="1">
                          <a:solidFill>
                            <a:srgbClr val="000000"/>
                          </a:solidFill>
                          <a:latin typeface="Montserrat"/>
                        </a:rPr>
                        <a:t>aurorastay_guest_conduct_accessibility_</a:t>
                      </a:r>
                    </a:p>
                    <a:p>
                      <a:pPr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710" b="1">
                          <a:solidFill>
                            <a:srgbClr val="000000"/>
                          </a:solidFill>
                          <a:latin typeface="Montserrat"/>
                        </a:rPr>
                        <a:t>and_resolution_guidelines.pdf</a:t>
                      </a:r>
                    </a:p>
                  </a:txBody>
                  <a:tcPr marL="45720" marR="36576" marT="18288" marB="18288">
                    <a:solidFill>
                      <a:srgbClr val="F2F6FF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710" b="0">
                          <a:solidFill>
                            <a:srgbClr val="000000"/>
                          </a:solidFill>
                          <a:latin typeface="Montserrat"/>
                        </a:rPr>
                        <a:t>5</a:t>
                      </a:r>
                    </a:p>
                  </a:txBody>
                  <a:tcPr marL="45720" marR="36576" marT="18288" marB="18288">
                    <a:solidFill>
                      <a:srgbClr val="F2F6FF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710" b="0">
                          <a:solidFill>
                            <a:srgbClr val="000000"/>
                          </a:solidFill>
                          <a:latin typeface="Montserrat"/>
                        </a:rPr>
                        <a:t>Conduct, accessibility, eligibility, and resolution guidance</a:t>
                      </a:r>
                    </a:p>
                  </a:txBody>
                  <a:tcPr marL="45720" marR="36576" marT="18288" marB="18288">
                    <a:solidFill>
                      <a:srgbClr val="F2F6FF"/>
                    </a:solidFill>
                  </a:tcPr>
                </a:tc>
              </a:tr>
            </a:tbl>
          </a:graphicData>
        </a:graphic>
      </p:graphicFrame>
      <p:sp>
        <p:nvSpPr>
          <p:cNvPr id="209" name="TextBox 208"/>
          <p:cNvSpPr txBox="1"/>
          <p:nvPr/>
        </p:nvSpPr>
        <p:spPr>
          <a:xfrm>
            <a:off x="694944" y="3493008"/>
            <a:ext cx="6080760" cy="384048"/>
          </a:xfrm>
          <a:prstGeom prst="rect">
            <a:avLst/>
          </a:prstGeom>
          <a:noFill/>
        </p:spPr>
        <p:txBody>
          <a:bodyPr wrap="square">
            <a:normAutofit/>
          </a:bodyPr>
          <a:lstStyle/>
          <a:p>
            <a:pPr>
              <a:spcBef>
                <a:spcPts val="0"/>
              </a:spcBef>
              <a:spcAft>
                <a:spcPts val="0"/>
              </a:spcAft>
            </a:pPr>
            <a:r>
              <a:rPr sz="980" b="1">
                <a:solidFill>
                  <a:srgbClr val="0E39A9"/>
                </a:solidFill>
                <a:latin typeface="Montserrat"/>
              </a:rPr>
              <a:t>Verification: all four PDFs loaded successfully; selectable text made OCR unnecessary. Docling preserved headings, lists, tables, and property rows.</a:t>
            </a:r>
          </a:p>
        </p:txBody>
      </p:sp>
      <p:sp>
        <p:nvSpPr>
          <p:cNvPr id="210" name="TextBox 209"/>
          <p:cNvSpPr txBox="1"/>
          <p:nvPr/>
        </p:nvSpPr>
        <p:spPr>
          <a:xfrm>
            <a:off x="694944" y="4078224"/>
            <a:ext cx="6080760" cy="475488"/>
          </a:xfrm>
          <a:prstGeom prst="rect">
            <a:avLst/>
          </a:prstGeom>
          <a:solidFill>
            <a:srgbClr val="ECF8F0"/>
          </a:solidFill>
          <a:ln w="10160">
            <a:solidFill>
              <a:srgbClr val="1F7752"/>
            </a:solidFill>
          </a:ln>
        </p:spPr>
        <p:txBody>
          <a:bodyPr wrap="square" lIns="73152" rIns="54864">
            <a:normAutofit/>
          </a:bodyPr>
          <a:lstStyle/>
          <a:p>
            <a:r>
              <a:t>DESIGN IMPLICATION: preserve headings/tables, isolate property rows, and retain source/section/property/topic metadata. Supports domain embeddings and 120/16 token chunking.</a:t>
            </a:r>
          </a:p>
        </p:txBody>
      </p:sp>
      <p:sp>
        <p:nvSpPr>
          <p:cNvPr id="211" name="Rounded Rectangle 210"/>
          <p:cNvSpPr/>
          <p:nvPr/>
        </p:nvSpPr>
        <p:spPr>
          <a:xfrm>
            <a:off x="6967728" y="1783080"/>
            <a:ext cx="1627632" cy="2514600"/>
          </a:xfrm>
          <a:prstGeom prst="roundRect">
            <a:avLst/>
          </a:prstGeom>
          <a:solidFill>
            <a:srgbClr val="F8FAFE"/>
          </a:solidFill>
          <a:ln w="12700">
            <a:solidFill>
              <a:srgbClr val="BECBE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2" name="TextBox 211"/>
          <p:cNvSpPr txBox="1"/>
          <p:nvPr/>
        </p:nvSpPr>
        <p:spPr>
          <a:xfrm>
            <a:off x="7040880" y="1856231"/>
            <a:ext cx="1481328" cy="201168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>
              <a:spcBef>
                <a:spcPts val="0"/>
              </a:spcBef>
              <a:spcAft>
                <a:spcPts val="0"/>
              </a:spcAft>
            </a:pPr>
            <a:r>
              <a:rPr sz="760" b="1">
                <a:solidFill>
                  <a:srgbClr val="0E39A9"/>
                </a:solidFill>
                <a:latin typeface="Montserrat"/>
              </a:rPr>
              <a:t>DATA PIPELINE</a:t>
            </a:r>
          </a:p>
        </p:txBody>
      </p:sp>
      <p:sp>
        <p:nvSpPr>
          <p:cNvPr id="213" name="Rounded Rectangle 212"/>
          <p:cNvSpPr/>
          <p:nvPr/>
        </p:nvSpPr>
        <p:spPr>
          <a:xfrm>
            <a:off x="7114032" y="2212848"/>
            <a:ext cx="365760" cy="365760"/>
          </a:xfrm>
          <a:prstGeom prst="roundRect">
            <a:avLst/>
          </a:prstGeom>
          <a:solidFill>
            <a:srgbClr val="E8EFFF"/>
          </a:solidFill>
          <a:ln w="10160">
            <a:solidFill>
              <a:srgbClr val="0E39A9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7432" rIns="27432" tIns="9144" bIns="9144"/>
          <a:lstStyle/>
          <a:p>
            <a:pPr algn="ctr">
              <a:spcBef>
                <a:spcPts val="0"/>
              </a:spcBef>
              <a:spcAft>
                <a:spcPts val="0"/>
              </a:spcAft>
            </a:pPr>
            <a:r>
              <a:rPr sz="700" b="1">
                <a:solidFill>
                  <a:srgbClr val="000000"/>
                </a:solidFill>
                <a:latin typeface="Montserrat"/>
              </a:rPr>
              <a:t>PDF</a:t>
            </a:r>
          </a:p>
        </p:txBody>
      </p:sp>
      <p:sp>
        <p:nvSpPr>
          <p:cNvPr id="214" name="Rounded Rectangle 213"/>
          <p:cNvSpPr/>
          <p:nvPr/>
        </p:nvSpPr>
        <p:spPr>
          <a:xfrm>
            <a:off x="7598664" y="2212848"/>
            <a:ext cx="365760" cy="365760"/>
          </a:xfrm>
          <a:prstGeom prst="roundRect">
            <a:avLst/>
          </a:prstGeom>
          <a:solidFill>
            <a:srgbClr val="E8EFFF"/>
          </a:solidFill>
          <a:ln w="10160">
            <a:solidFill>
              <a:srgbClr val="0E39A9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7432" rIns="27432" tIns="9144" bIns="9144"/>
          <a:lstStyle/>
          <a:p>
            <a:pPr algn="ctr">
              <a:spcBef>
                <a:spcPts val="0"/>
              </a:spcBef>
              <a:spcAft>
                <a:spcPts val="0"/>
              </a:spcAft>
            </a:pPr>
            <a:r>
              <a:rPr sz="700" b="1">
                <a:solidFill>
                  <a:srgbClr val="000000"/>
                </a:solidFill>
                <a:latin typeface="Montserrat"/>
              </a:rPr>
              <a:t>PDF</a:t>
            </a:r>
          </a:p>
        </p:txBody>
      </p:sp>
      <p:sp>
        <p:nvSpPr>
          <p:cNvPr id="215" name="Rounded Rectangle 214"/>
          <p:cNvSpPr/>
          <p:nvPr/>
        </p:nvSpPr>
        <p:spPr>
          <a:xfrm>
            <a:off x="8083296" y="2212848"/>
            <a:ext cx="365760" cy="365760"/>
          </a:xfrm>
          <a:prstGeom prst="roundRect">
            <a:avLst/>
          </a:prstGeom>
          <a:solidFill>
            <a:srgbClr val="E8EFFF"/>
          </a:solidFill>
          <a:ln w="10160">
            <a:solidFill>
              <a:srgbClr val="0E39A9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7432" rIns="27432" tIns="9144" bIns="9144"/>
          <a:lstStyle/>
          <a:p>
            <a:pPr algn="ctr">
              <a:spcBef>
                <a:spcPts val="0"/>
              </a:spcBef>
              <a:spcAft>
                <a:spcPts val="0"/>
              </a:spcAft>
            </a:pPr>
            <a:r>
              <a:rPr sz="700" b="1">
                <a:solidFill>
                  <a:srgbClr val="000000"/>
                </a:solidFill>
                <a:latin typeface="Montserrat"/>
              </a:rPr>
              <a:t>PDF</a:t>
            </a:r>
          </a:p>
        </p:txBody>
      </p:sp>
      <p:sp>
        <p:nvSpPr>
          <p:cNvPr id="216" name="Chevron 215"/>
          <p:cNvSpPr/>
          <p:nvPr/>
        </p:nvSpPr>
        <p:spPr>
          <a:xfrm>
            <a:off x="7690104" y="2670048"/>
            <a:ext cx="182880" cy="164592"/>
          </a:xfrm>
          <a:prstGeom prst="chevron">
            <a:avLst/>
          </a:prstGeom>
          <a:solidFill>
            <a:srgbClr val="96A0A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7" name="Rounded Rectangle 216"/>
          <p:cNvSpPr/>
          <p:nvPr/>
        </p:nvSpPr>
        <p:spPr>
          <a:xfrm>
            <a:off x="7351776" y="2862072"/>
            <a:ext cx="859536" cy="411480"/>
          </a:xfrm>
          <a:prstGeom prst="roundRect">
            <a:avLst/>
          </a:prstGeom>
          <a:solidFill>
            <a:srgbClr val="E6F7F6"/>
          </a:solidFill>
          <a:ln w="10160">
            <a:solidFill>
              <a:srgbClr val="009CA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7432" rIns="27432" tIns="9144" bIns="9144"/>
          <a:lstStyle/>
          <a:p>
            <a:pPr algn="ctr">
              <a:spcBef>
                <a:spcPts val="0"/>
              </a:spcBef>
              <a:spcAft>
                <a:spcPts val="0"/>
              </a:spcAft>
            </a:pPr>
            <a:r>
              <a:rPr sz="640" b="1">
                <a:solidFill>
                  <a:srgbClr val="000000"/>
                </a:solidFill>
                <a:latin typeface="Montserrat"/>
              </a:rPr>
              <a:t>Markdown</a:t>
            </a:r>
          </a:p>
          <a:p>
            <a:pPr algn="ctr">
              <a:spcBef>
                <a:spcPts val="0"/>
              </a:spcBef>
              <a:spcAft>
                <a:spcPts val="0"/>
              </a:spcAft>
            </a:pPr>
            <a:r>
              <a:rPr sz="640" b="1">
                <a:solidFill>
                  <a:srgbClr val="000000"/>
                </a:solidFill>
                <a:latin typeface="Montserrat"/>
              </a:rPr>
              <a:t>+ headings</a:t>
            </a:r>
          </a:p>
        </p:txBody>
      </p:sp>
      <p:sp>
        <p:nvSpPr>
          <p:cNvPr id="218" name="Chevron 217"/>
          <p:cNvSpPr/>
          <p:nvPr/>
        </p:nvSpPr>
        <p:spPr>
          <a:xfrm>
            <a:off x="7690104" y="3364991"/>
            <a:ext cx="182880" cy="164592"/>
          </a:xfrm>
          <a:prstGeom prst="chevron">
            <a:avLst/>
          </a:prstGeom>
          <a:solidFill>
            <a:srgbClr val="96A0A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9" name="Rounded Rectangle 218"/>
          <p:cNvSpPr/>
          <p:nvPr/>
        </p:nvSpPr>
        <p:spPr>
          <a:xfrm>
            <a:off x="7351776" y="3557015"/>
            <a:ext cx="859536" cy="411480"/>
          </a:xfrm>
          <a:prstGeom prst="roundRect">
            <a:avLst/>
          </a:prstGeom>
          <a:solidFill>
            <a:srgbClr val="ECF8F0"/>
          </a:solidFill>
          <a:ln w="10160">
            <a:solidFill>
              <a:srgbClr val="1F7752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7432" rIns="27432" tIns="9144" bIns="9144"/>
          <a:lstStyle/>
          <a:p>
            <a:pPr algn="ctr">
              <a:spcBef>
                <a:spcPts val="0"/>
              </a:spcBef>
              <a:spcAft>
                <a:spcPts val="0"/>
              </a:spcAft>
            </a:pPr>
            <a:r>
              <a:rPr sz="640" b="1">
                <a:solidFill>
                  <a:srgbClr val="000000"/>
                </a:solidFill>
                <a:latin typeface="Montserrat"/>
              </a:rPr>
              <a:t>Chunks +</a:t>
            </a:r>
          </a:p>
          <a:p>
            <a:pPr algn="ctr">
              <a:spcBef>
                <a:spcPts val="0"/>
              </a:spcBef>
              <a:spcAft>
                <a:spcPts val="0"/>
              </a:spcAft>
            </a:pPr>
            <a:r>
              <a:rPr sz="640" b="1">
                <a:solidFill>
                  <a:srgbClr val="000000"/>
                </a:solidFill>
                <a:latin typeface="Montserrat"/>
              </a:rPr>
              <a:t>metadata</a:t>
            </a:r>
          </a:p>
        </p:txBody>
      </p:sp>
      <p:sp>
        <p:nvSpPr>
          <p:cNvPr id="220" name="TextBox 219"/>
          <p:cNvSpPr txBox="1"/>
          <p:nvPr/>
        </p:nvSpPr>
        <p:spPr>
          <a:xfrm>
            <a:off x="7077456" y="4032504"/>
            <a:ext cx="1408176" cy="18288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>
              <a:spcBef>
                <a:spcPts val="0"/>
              </a:spcBef>
              <a:spcAft>
                <a:spcPts val="0"/>
              </a:spcAft>
            </a:pPr>
            <a:r>
              <a:rPr sz="650" i="1">
                <a:solidFill>
                  <a:srgbClr val="5A5A5A"/>
                </a:solidFill>
                <a:latin typeface="Montserrat"/>
              </a:rPr>
              <a:t>4 source guides</a:t>
            </a:r>
          </a:p>
        </p:txBody>
      </p:sp>
      <p:sp>
        <p:nvSpPr>
          <p:cNvPr id="221" name="TextBox 220"/>
          <p:cNvSpPr txBox="1"/>
          <p:nvPr/>
        </p:nvSpPr>
        <p:spPr>
          <a:xfrm>
            <a:off x="8339327" y="4818888"/>
            <a:ext cx="384048" cy="146304"/>
          </a:xfrm>
          <a:prstGeom prst="rect">
            <a:avLst/>
          </a:prstGeom>
          <a:noFill/>
        </p:spPr>
        <p:txBody>
          <a:bodyPr wrap="none" lIns="0" rIns="0">
            <a:spAutoFit/>
          </a:bodyPr>
          <a:lstStyle/>
          <a:p>
            <a:pPr algn="r">
              <a:spcBef>
                <a:spcPts val="0"/>
              </a:spcBef>
              <a:spcAft>
                <a:spcPts val="0"/>
              </a:spcAft>
            </a:pPr>
            <a:r>
              <a:rPr sz="720" b="1">
                <a:solidFill>
                  <a:srgbClr val="646973"/>
                </a:solidFill>
                <a:latin typeface="Montserrat"/>
              </a:rPr>
              <a:t>05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/>
        </p:txBody>
      </p:sp>
      <p:sp>
        <p:nvSpPr>
          <p:cNvPr id="3" name="TextBox 2"/>
          <p:cNvSpPr txBox="1"/>
          <p:nvPr/>
        </p:nvSpPr>
        <p:spPr>
          <a:xfrm>
            <a:off x="502920" y="246888"/>
            <a:ext cx="8046720" cy="384048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2200" b="1">
                <a:solidFill>
                  <a:srgbClr val="0E39A9"/>
                </a:solidFill>
                <a:latin typeface="Montserrat"/>
              </a:rPr>
              <a:t>Data Understanding - Markdown / Table Output</a:t>
            </a:r>
          </a:p>
        </p:txBody>
      </p:sp>
      <p:sp>
        <p:nvSpPr>
          <p:cNvPr id="4" name="Rectangle 3"/>
          <p:cNvSpPr/>
          <p:nvPr/>
        </p:nvSpPr>
        <p:spPr>
          <a:xfrm>
            <a:off x="502920" y="1005840"/>
            <a:ext cx="8138160" cy="32004"/>
          </a:xfrm>
          <a:prstGeom prst="rect">
            <a:avLst/>
          </a:prstGeom>
          <a:solidFill>
            <a:srgbClr val="0E39A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ounded Rectangle 4"/>
          <p:cNvSpPr/>
          <p:nvPr/>
        </p:nvSpPr>
        <p:spPr>
          <a:xfrm>
            <a:off x="603504" y="1261872"/>
            <a:ext cx="7936992" cy="1444752"/>
          </a:xfrm>
          <a:prstGeom prst="roundRect">
            <a:avLst/>
          </a:prstGeom>
          <a:solidFill>
            <a:srgbClr val="F5F8FD"/>
          </a:solidFill>
          <a:ln w="11430">
            <a:solidFill>
              <a:srgbClr val="0E39A9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749808" y="1353312"/>
            <a:ext cx="7543800" cy="18288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950" b="1">
                <a:solidFill>
                  <a:srgbClr val="0E39A9"/>
                </a:solidFill>
                <a:latin typeface="Montserrat"/>
              </a:rPr>
              <a:t>Converted Markdown | source: aurorastay_room_and_property_information.pdf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768096" y="1591055"/>
            <a:ext cx="7479792" cy="1033272"/>
          </a:xfrm>
          <a:prstGeom prst="rect">
            <a:avLst/>
          </a:prstGeom>
          <a:noFill/>
        </p:spPr>
        <p:txBody>
          <a:bodyPr wrap="square" lIns="27432" rIns="27432">
            <a:norm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919">
                <a:solidFill>
                  <a:srgbClr val="000000"/>
                </a:solidFill>
                <a:latin typeface="Consolas"/>
              </a:rPr>
              <a:t>## Room and Property Information Guide</a:t>
            </a:r>
          </a:p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</a:p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919">
                <a:solidFill>
                  <a:srgbClr val="000000"/>
                </a:solidFill>
                <a:latin typeface="Consolas"/>
              </a:rPr>
              <a:t>| Policy code | AS-02 |</a:t>
            </a:r>
          </a:p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919">
                <a:solidFill>
                  <a:srgbClr val="000000"/>
                </a:solidFill>
                <a:latin typeface="Consolas"/>
              </a:rPr>
              <a:t>|---|---|</a:t>
            </a:r>
          </a:p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919">
                <a:solidFill>
                  <a:srgbClr val="000000"/>
                </a:solidFill>
                <a:latin typeface="Consolas"/>
              </a:rPr>
              <a:t>| Effective date | January 1, 2026 |</a:t>
            </a:r>
          </a:p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</a:p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919">
                <a:solidFill>
                  <a:srgbClr val="000000"/>
                </a:solidFill>
                <a:latin typeface="Consolas"/>
              </a:rPr>
              <a:t>## 5. Property-specific matrix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603504" y="2889504"/>
            <a:ext cx="7936992" cy="1481328"/>
          </a:xfrm>
          <a:prstGeom prst="roundRect">
            <a:avLst/>
          </a:prstGeom>
          <a:solidFill>
            <a:srgbClr val="F0FAF8"/>
          </a:solidFill>
          <a:ln w="11430">
            <a:solidFill>
              <a:srgbClr val="009CA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749808" y="2980944"/>
            <a:ext cx="7543800" cy="18288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950" b="1">
                <a:solidFill>
                  <a:srgbClr val="009CA6"/>
                </a:solidFill>
                <a:latin typeface="Montserrat"/>
              </a:rPr>
              <a:t>Extracted Markdown table | preserved rows and property-specific values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768096" y="3218688"/>
            <a:ext cx="7479792" cy="1069848"/>
          </a:xfrm>
          <a:prstGeom prst="rect">
            <a:avLst/>
          </a:prstGeom>
          <a:noFill/>
        </p:spPr>
        <p:txBody>
          <a:bodyPr wrap="square" lIns="27432" rIns="27432">
            <a:norm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919">
                <a:solidFill>
                  <a:srgbClr val="000000"/>
                </a:solidFill>
                <a:latin typeface="Consolas"/>
              </a:rPr>
              <a:t>| Property | Check-in / out | Parking | Pets |</a:t>
            </a:r>
          </a:p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919">
                <a:solidFill>
                  <a:srgbClr val="000000"/>
                </a:solidFill>
                <a:latin typeface="Consolas"/>
              </a:rPr>
              <a:t>|---|---|---|---|</a:t>
            </a:r>
          </a:p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919">
                <a:solidFill>
                  <a:srgbClr val="000000"/>
                </a:solidFill>
                <a:latin typeface="Consolas"/>
              </a:rPr>
              <a:t>| ASH-ATL Midtown | 3:00 PM / 11:00 AM | Self parking, $28/night | $75/stay |</a:t>
            </a:r>
          </a:p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919">
                <a:solidFill>
                  <a:srgbClr val="000000"/>
                </a:solidFill>
                <a:latin typeface="Consolas"/>
              </a:rPr>
              <a:t>| ASH-CHI Loop | 3:00 PM / 12:00 PM | Self parking, $42/night | $50/night; $150 cap |</a:t>
            </a:r>
          </a:p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919">
                <a:solidFill>
                  <a:srgbClr val="000000"/>
                </a:solidFill>
                <a:latin typeface="Consolas"/>
              </a:rPr>
              <a:t>| ASH-MIA Brickell | 4:00 PM / 11:00 AM | Valet, $55/night | $100/stay |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694944" y="4572000"/>
            <a:ext cx="7772400" cy="29260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spcBef>
                <a:spcPts val="0"/>
              </a:spcBef>
              <a:spcAft>
                <a:spcPts val="0"/>
              </a:spcAft>
            </a:pPr>
            <a:r>
              <a:rPr sz="1050" b="1">
                <a:solidFill>
                  <a:srgbClr val="1F7752"/>
                </a:solidFill>
                <a:latin typeface="Montserrat"/>
              </a:rPr>
              <a:t>Why it matters: headings retain semantic context; table rows preserve exact property values for focused retrieval.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8339327" y="4818888"/>
            <a:ext cx="384048" cy="146304"/>
          </a:xfrm>
          <a:prstGeom prst="rect">
            <a:avLst/>
          </a:prstGeom>
          <a:noFill/>
        </p:spPr>
        <p:txBody>
          <a:bodyPr wrap="none" lIns="0" rIns="0">
            <a:spAutoFit/>
          </a:bodyPr>
          <a:lstStyle/>
          <a:p>
            <a:pPr algn="r">
              <a:spcBef>
                <a:spcPts val="0"/>
              </a:spcBef>
              <a:spcAft>
                <a:spcPts val="0"/>
              </a:spcAft>
            </a:pPr>
            <a:r>
              <a:rPr sz="720" b="1">
                <a:solidFill>
                  <a:srgbClr val="646973"/>
                </a:solidFill>
                <a:latin typeface="Montserrat"/>
              </a:rPr>
              <a:t>06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213" name="Shape 21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4" name="Google Shape;214;p41"/>
          <p:cNvSpPr txBox="1"/>
          <p:nvPr>
            <p:ph type="title"/>
          </p:nvPr>
        </p:nvSpPr>
        <p:spPr>
          <a:xfrm>
            <a:off x="202550" y="289279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r>
              <a:rPr sz="2200" b="1">
                <a:solidFill>
                  <a:srgbClr val="0E39A9"/>
                </a:solidFill>
                <a:latin typeface="Montserrat"/>
              </a:rPr>
              <a:t>RAG - Chunking - Embedding Model</a:t>
            </a:r>
          </a:p>
        </p:txBody>
      </p:sp>
      <p:sp>
        <p:nvSpPr>
          <p:cNvPr id="215" name="Rectangle 214"/>
          <p:cNvSpPr/>
          <p:nvPr/>
        </p:nvSpPr>
        <p:spPr>
          <a:xfrm>
            <a:off x="502920" y="1005840"/>
            <a:ext cx="8138160" cy="32004"/>
          </a:xfrm>
          <a:prstGeom prst="rect">
            <a:avLst/>
          </a:prstGeom>
          <a:solidFill>
            <a:srgbClr val="0E39A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6" name="TextBox 215"/>
          <p:cNvSpPr txBox="1"/>
          <p:nvPr/>
        </p:nvSpPr>
        <p:spPr>
          <a:xfrm>
            <a:off x="694944" y="1325880"/>
            <a:ext cx="6080760" cy="256032"/>
          </a:xfrm>
          <a:prstGeom prst="rect">
            <a:avLst/>
          </a:prstGeom>
          <a:noFill/>
        </p:spPr>
        <p:txBody>
          <a:bodyPr wrap="square" lIns="82296" rIns="36576" tIns="18288" bIns="18288">
            <a:norm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350" b="0">
                <a:solidFill>
                  <a:srgbClr val="000000"/>
                </a:solidFill>
                <a:latin typeface="Montserrat"/>
              </a:rPr>
              <a:t>Embedding model: HarishMaths/Hotel-Policy-Embedding.</a:t>
            </a:r>
          </a:p>
        </p:txBody>
      </p:sp>
      <p:sp>
        <p:nvSpPr>
          <p:cNvPr id="217" name="Oval 216"/>
          <p:cNvSpPr/>
          <p:nvPr/>
        </p:nvSpPr>
        <p:spPr>
          <a:xfrm>
            <a:off x="402336" y="1426464"/>
            <a:ext cx="192024" cy="192024"/>
          </a:xfrm>
          <a:prstGeom prst="ellipse">
            <a:avLst/>
          </a:prstGeom>
          <a:solidFill>
            <a:srgbClr val="0944A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8" name="TextBox 217"/>
          <p:cNvSpPr txBox="1"/>
          <p:nvPr/>
        </p:nvSpPr>
        <p:spPr>
          <a:xfrm>
            <a:off x="694944" y="1613916"/>
            <a:ext cx="6080760" cy="448056"/>
          </a:xfrm>
          <a:prstGeom prst="rect">
            <a:avLst/>
          </a:prstGeom>
          <a:noFill/>
        </p:spPr>
        <p:txBody>
          <a:bodyPr wrap="square" lIns="82296" rIns="36576" tIns="18288" bIns="18288">
            <a:normAutofit/>
          </a:bodyPr>
          <a:lstStyle/>
          <a:p>
            <a:r>
              <a:t>Tokenizer maximum length: 128 tokens; token-safe chunk size: 120 tokens.</a:t>
            </a:r>
          </a:p>
        </p:txBody>
      </p:sp>
      <p:sp>
        <p:nvSpPr>
          <p:cNvPr id="219" name="Oval 218"/>
          <p:cNvSpPr/>
          <p:nvPr/>
        </p:nvSpPr>
        <p:spPr>
          <a:xfrm>
            <a:off x="402336" y="1714500"/>
            <a:ext cx="192024" cy="192024"/>
          </a:xfrm>
          <a:prstGeom prst="ellipse">
            <a:avLst/>
          </a:prstGeom>
          <a:solidFill>
            <a:srgbClr val="0944A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0" name="TextBox 219"/>
          <p:cNvSpPr txBox="1"/>
          <p:nvPr/>
        </p:nvSpPr>
        <p:spPr>
          <a:xfrm>
            <a:off x="694944" y="2093976"/>
            <a:ext cx="6080760" cy="448056"/>
          </a:xfrm>
          <a:prstGeom prst="rect">
            <a:avLst/>
          </a:prstGeom>
          <a:noFill/>
        </p:spPr>
        <p:txBody>
          <a:bodyPr wrap="square" lIns="82296" rIns="36576" tIns="18288" bIns="18288">
            <a:norm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350" b="0">
                <a:solidFill>
                  <a:srgbClr val="000000"/>
                </a:solidFill>
                <a:latin typeface="Montserrat"/>
              </a:rPr>
              <a:t>Embeddings run on CPU with normalized vectors and progress rendering disabled.</a:t>
            </a:r>
          </a:p>
        </p:txBody>
      </p:sp>
      <p:sp>
        <p:nvSpPr>
          <p:cNvPr id="221" name="Oval 220"/>
          <p:cNvSpPr/>
          <p:nvPr/>
        </p:nvSpPr>
        <p:spPr>
          <a:xfrm>
            <a:off x="402336" y="2194560"/>
            <a:ext cx="192024" cy="192024"/>
          </a:xfrm>
          <a:prstGeom prst="ellipse">
            <a:avLst/>
          </a:prstGeom>
          <a:solidFill>
            <a:srgbClr val="0944A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2" name="TextBox 221"/>
          <p:cNvSpPr txBox="1"/>
          <p:nvPr/>
        </p:nvSpPr>
        <p:spPr>
          <a:xfrm>
            <a:off x="694944" y="2574036"/>
            <a:ext cx="6080760" cy="448056"/>
          </a:xfrm>
          <a:prstGeom prst="rect">
            <a:avLst/>
          </a:prstGeom>
          <a:noFill/>
        </p:spPr>
        <p:txBody>
          <a:bodyPr wrap="square" lIns="82296" rIns="36576" tIns="18288" bIns="18288">
            <a:norm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350" b="0">
                <a:solidFill>
                  <a:srgbClr val="000000"/>
                </a:solidFill>
                <a:latin typeface="Montserrat"/>
              </a:rPr>
              <a:t>The same model is used when building and loading the FAISS index.</a:t>
            </a:r>
          </a:p>
        </p:txBody>
      </p:sp>
      <p:sp>
        <p:nvSpPr>
          <p:cNvPr id="223" name="Oval 222"/>
          <p:cNvSpPr/>
          <p:nvPr/>
        </p:nvSpPr>
        <p:spPr>
          <a:xfrm>
            <a:off x="402336" y="2674620"/>
            <a:ext cx="192024" cy="192024"/>
          </a:xfrm>
          <a:prstGeom prst="ellipse">
            <a:avLst/>
          </a:prstGeom>
          <a:solidFill>
            <a:srgbClr val="0944A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4" name="TextBox 223"/>
          <p:cNvSpPr txBox="1"/>
          <p:nvPr/>
        </p:nvSpPr>
        <p:spPr>
          <a:xfrm>
            <a:off x="694944" y="3054096"/>
            <a:ext cx="6080760" cy="649224"/>
          </a:xfrm>
          <a:prstGeom prst="rect">
            <a:avLst/>
          </a:prstGeom>
          <a:solidFill>
            <a:srgbClr val="ECF8F0"/>
          </a:solidFill>
          <a:ln w="10160">
            <a:solidFill>
              <a:srgbClr val="1F7752"/>
            </a:solidFill>
          </a:ln>
        </p:spPr>
        <p:txBody>
          <a:bodyPr wrap="square" lIns="82296" rIns="36576" tIns="18288" bIns="18288">
            <a:norm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320" b="1">
                <a:solidFill>
                  <a:srgbClr val="1F7752"/>
                </a:solidFill>
                <a:latin typeface="Montserrat"/>
              </a:rPr>
              <a:t>MODEL SELECTION RATIONALE: the corpus is hotel-policy text with repeated property codes, fees, exceptions, and room-feature terms.</a:t>
            </a:r>
          </a:p>
        </p:txBody>
      </p:sp>
      <p:sp>
        <p:nvSpPr>
          <p:cNvPr id="225" name="Oval 224"/>
          <p:cNvSpPr/>
          <p:nvPr/>
        </p:nvSpPr>
        <p:spPr>
          <a:xfrm>
            <a:off x="402336" y="3154679"/>
            <a:ext cx="192024" cy="192024"/>
          </a:xfrm>
          <a:prstGeom prst="ellipse">
            <a:avLst/>
          </a:prstGeom>
          <a:solidFill>
            <a:srgbClr val="0944A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6" name="TextBox 225"/>
          <p:cNvSpPr txBox="1"/>
          <p:nvPr/>
        </p:nvSpPr>
        <p:spPr>
          <a:xfrm>
            <a:off x="694944" y="3735324"/>
            <a:ext cx="6080760" cy="448056"/>
          </a:xfrm>
          <a:prstGeom prst="rect">
            <a:avLst/>
          </a:prstGeom>
          <a:noFill/>
        </p:spPr>
        <p:txBody>
          <a:bodyPr wrap="square" lIns="82296" rIns="36576" tIns="18288" bIns="18288">
            <a:norm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350" b="0">
                <a:solidFill>
                  <a:srgbClr val="000000"/>
                </a:solidFill>
                <a:latin typeface="Montserrat"/>
              </a:rPr>
              <a:t>A domain-trained encoder should preserve these policy distinctions more directly than a generic embedding model.</a:t>
            </a:r>
          </a:p>
        </p:txBody>
      </p:sp>
      <p:sp>
        <p:nvSpPr>
          <p:cNvPr id="227" name="Oval 226"/>
          <p:cNvSpPr/>
          <p:nvPr/>
        </p:nvSpPr>
        <p:spPr>
          <a:xfrm>
            <a:off x="402336" y="3835908"/>
            <a:ext cx="192024" cy="192024"/>
          </a:xfrm>
          <a:prstGeom prst="ellipse">
            <a:avLst/>
          </a:prstGeom>
          <a:solidFill>
            <a:srgbClr val="0944A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8" name="TextBox 227"/>
          <p:cNvSpPr txBox="1"/>
          <p:nvPr/>
        </p:nvSpPr>
        <p:spPr>
          <a:xfrm>
            <a:off x="694944" y="4215384"/>
            <a:ext cx="6080760" cy="448056"/>
          </a:xfrm>
          <a:prstGeom prst="rect">
            <a:avLst/>
          </a:prstGeom>
          <a:noFill/>
        </p:spPr>
        <p:txBody>
          <a:bodyPr wrap="square" lIns="82296" rIns="36576" tIns="18288" bIns="18288">
            <a:norm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350" b="0">
                <a:solidFill>
                  <a:srgbClr val="000000"/>
                </a:solidFill>
                <a:latin typeface="Montserrat"/>
              </a:rPr>
              <a:t>The document inspection therefore supports HarishMaths/Hotel-Policy-Embedding as the fit-for-purpose choice.</a:t>
            </a:r>
          </a:p>
        </p:txBody>
      </p:sp>
      <p:sp>
        <p:nvSpPr>
          <p:cNvPr id="229" name="Oval 228"/>
          <p:cNvSpPr/>
          <p:nvPr/>
        </p:nvSpPr>
        <p:spPr>
          <a:xfrm>
            <a:off x="402336" y="4315968"/>
            <a:ext cx="192024" cy="192024"/>
          </a:xfrm>
          <a:prstGeom prst="ellipse">
            <a:avLst/>
          </a:prstGeom>
          <a:solidFill>
            <a:srgbClr val="0944A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0" name="Rounded Rectangle 229"/>
          <p:cNvSpPr/>
          <p:nvPr/>
        </p:nvSpPr>
        <p:spPr>
          <a:xfrm>
            <a:off x="6967728" y="1783080"/>
            <a:ext cx="1627632" cy="2514600"/>
          </a:xfrm>
          <a:prstGeom prst="roundRect">
            <a:avLst/>
          </a:prstGeom>
          <a:solidFill>
            <a:srgbClr val="F8FAFE"/>
          </a:solidFill>
          <a:ln w="12700">
            <a:solidFill>
              <a:srgbClr val="BECBE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1" name="TextBox 230"/>
          <p:cNvSpPr txBox="1"/>
          <p:nvPr/>
        </p:nvSpPr>
        <p:spPr>
          <a:xfrm>
            <a:off x="7040880" y="1856231"/>
            <a:ext cx="1481328" cy="201168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>
              <a:spcBef>
                <a:spcPts val="0"/>
              </a:spcBef>
              <a:spcAft>
                <a:spcPts val="0"/>
              </a:spcAft>
            </a:pPr>
            <a:r>
              <a:rPr sz="760" b="1">
                <a:solidFill>
                  <a:srgbClr val="0E39A9"/>
                </a:solidFill>
                <a:latin typeface="Montserrat"/>
              </a:rPr>
              <a:t>EMBEDDING FLOW</a:t>
            </a:r>
          </a:p>
        </p:txBody>
      </p:sp>
      <p:sp>
        <p:nvSpPr>
          <p:cNvPr id="232" name="Rounded Rectangle 231"/>
          <p:cNvSpPr/>
          <p:nvPr/>
        </p:nvSpPr>
        <p:spPr>
          <a:xfrm>
            <a:off x="7333488" y="2221991"/>
            <a:ext cx="896112" cy="347472"/>
          </a:xfrm>
          <a:prstGeom prst="roundRect">
            <a:avLst/>
          </a:prstGeom>
          <a:solidFill>
            <a:srgbClr val="E8EFFF"/>
          </a:solidFill>
          <a:ln w="10160">
            <a:solidFill>
              <a:srgbClr val="0E39A9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7432" rIns="27432" tIns="9144" bIns="9144"/>
          <a:lstStyle/>
          <a:p>
            <a:pPr algn="ctr">
              <a:spcBef>
                <a:spcPts val="0"/>
              </a:spcBef>
              <a:spcAft>
                <a:spcPts val="0"/>
              </a:spcAft>
            </a:pPr>
            <a:r>
              <a:rPr sz="640" b="1">
                <a:solidFill>
                  <a:srgbClr val="000000"/>
                </a:solidFill>
                <a:latin typeface="Montserrat"/>
              </a:rPr>
              <a:t>Policy</a:t>
            </a:r>
          </a:p>
          <a:p>
            <a:pPr algn="ctr">
              <a:spcBef>
                <a:spcPts val="0"/>
              </a:spcBef>
              <a:spcAft>
                <a:spcPts val="0"/>
              </a:spcAft>
            </a:pPr>
            <a:r>
              <a:rPr sz="640" b="1">
                <a:solidFill>
                  <a:srgbClr val="000000"/>
                </a:solidFill>
                <a:latin typeface="Montserrat"/>
              </a:rPr>
              <a:t>text</a:t>
            </a:r>
          </a:p>
        </p:txBody>
      </p:sp>
      <p:sp>
        <p:nvSpPr>
          <p:cNvPr id="233" name="Chevron 232"/>
          <p:cNvSpPr/>
          <p:nvPr/>
        </p:nvSpPr>
        <p:spPr>
          <a:xfrm>
            <a:off x="7699248" y="2624328"/>
            <a:ext cx="164592" cy="146304"/>
          </a:xfrm>
          <a:prstGeom prst="chevron">
            <a:avLst/>
          </a:prstGeom>
          <a:solidFill>
            <a:srgbClr val="96A0A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4" name="Rounded Rectangle 233"/>
          <p:cNvSpPr/>
          <p:nvPr/>
        </p:nvSpPr>
        <p:spPr>
          <a:xfrm>
            <a:off x="7333488" y="2816352"/>
            <a:ext cx="896112" cy="347472"/>
          </a:xfrm>
          <a:prstGeom prst="roundRect">
            <a:avLst/>
          </a:prstGeom>
          <a:solidFill>
            <a:srgbClr val="E6F7F6"/>
          </a:solidFill>
          <a:ln w="10160">
            <a:solidFill>
              <a:srgbClr val="009CA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7432" rIns="27432" tIns="9144" bIns="9144"/>
          <a:lstStyle/>
          <a:p>
            <a:pPr algn="ctr">
              <a:spcBef>
                <a:spcPts val="0"/>
              </a:spcBef>
              <a:spcAft>
                <a:spcPts val="0"/>
              </a:spcAft>
            </a:pPr>
            <a:r>
              <a:rPr sz="640" b="1">
                <a:solidFill>
                  <a:srgbClr val="000000"/>
                </a:solidFill>
                <a:latin typeface="Montserrat"/>
              </a:rPr>
              <a:t>Token</a:t>
            </a:r>
          </a:p>
          <a:p>
            <a:pPr algn="ctr">
              <a:spcBef>
                <a:spcPts val="0"/>
              </a:spcBef>
              <a:spcAft>
                <a:spcPts val="0"/>
              </a:spcAft>
            </a:pPr>
            <a:r>
              <a:rPr sz="640" b="1">
                <a:solidFill>
                  <a:srgbClr val="000000"/>
                </a:solidFill>
                <a:latin typeface="Montserrat"/>
              </a:rPr>
              <a:t>chunks</a:t>
            </a:r>
          </a:p>
        </p:txBody>
      </p:sp>
      <p:sp>
        <p:nvSpPr>
          <p:cNvPr id="235" name="Chevron 234"/>
          <p:cNvSpPr/>
          <p:nvPr/>
        </p:nvSpPr>
        <p:spPr>
          <a:xfrm>
            <a:off x="7699248" y="3218688"/>
            <a:ext cx="164592" cy="146304"/>
          </a:xfrm>
          <a:prstGeom prst="chevron">
            <a:avLst/>
          </a:prstGeom>
          <a:solidFill>
            <a:srgbClr val="96A0A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6" name="Rectangle 235"/>
          <p:cNvSpPr/>
          <p:nvPr/>
        </p:nvSpPr>
        <p:spPr>
          <a:xfrm>
            <a:off x="7333488" y="3447288"/>
            <a:ext cx="713232" cy="82296"/>
          </a:xfrm>
          <a:prstGeom prst="rect">
            <a:avLst/>
          </a:prstGeom>
          <a:solidFill>
            <a:srgbClr val="0E39A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7" name="Rectangle 236"/>
          <p:cNvSpPr/>
          <p:nvPr/>
        </p:nvSpPr>
        <p:spPr>
          <a:xfrm>
            <a:off x="7333488" y="3593592"/>
            <a:ext cx="530352" cy="82296"/>
          </a:xfrm>
          <a:prstGeom prst="rect">
            <a:avLst/>
          </a:prstGeom>
          <a:solidFill>
            <a:srgbClr val="009CA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8" name="Rectangle 237"/>
          <p:cNvSpPr/>
          <p:nvPr/>
        </p:nvSpPr>
        <p:spPr>
          <a:xfrm>
            <a:off x="7333488" y="3739896"/>
            <a:ext cx="832104" cy="82296"/>
          </a:xfrm>
          <a:prstGeom prst="rect">
            <a:avLst/>
          </a:prstGeom>
          <a:solidFill>
            <a:srgbClr val="1F775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9" name="Rounded Rectangle 238"/>
          <p:cNvSpPr/>
          <p:nvPr/>
        </p:nvSpPr>
        <p:spPr>
          <a:xfrm>
            <a:off x="7333488" y="3922776"/>
            <a:ext cx="896112" cy="347472"/>
          </a:xfrm>
          <a:prstGeom prst="roundRect">
            <a:avLst/>
          </a:prstGeom>
          <a:solidFill>
            <a:srgbClr val="ECF8F0"/>
          </a:solidFill>
          <a:ln w="10160">
            <a:solidFill>
              <a:srgbClr val="1F7752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7432" rIns="27432" tIns="9144" bIns="9144"/>
          <a:lstStyle/>
          <a:p>
            <a:pPr algn="ctr">
              <a:spcBef>
                <a:spcPts val="0"/>
              </a:spcBef>
              <a:spcAft>
                <a:spcPts val="0"/>
              </a:spcAft>
            </a:pPr>
            <a:r>
              <a:rPr sz="640" b="1">
                <a:solidFill>
                  <a:srgbClr val="000000"/>
                </a:solidFill>
                <a:latin typeface="Montserrat"/>
              </a:rPr>
              <a:t>FAISS</a:t>
            </a:r>
          </a:p>
          <a:p>
            <a:pPr algn="ctr">
              <a:spcBef>
                <a:spcPts val="0"/>
              </a:spcBef>
              <a:spcAft>
                <a:spcPts val="0"/>
              </a:spcAft>
            </a:pPr>
            <a:r>
              <a:rPr sz="640" b="1">
                <a:solidFill>
                  <a:srgbClr val="000000"/>
                </a:solidFill>
                <a:latin typeface="Montserrat"/>
              </a:rPr>
              <a:t>index</a:t>
            </a:r>
          </a:p>
        </p:txBody>
      </p:sp>
      <p:sp>
        <p:nvSpPr>
          <p:cNvPr id="240" name="TextBox 239"/>
          <p:cNvSpPr txBox="1"/>
          <p:nvPr/>
        </p:nvSpPr>
        <p:spPr>
          <a:xfrm>
            <a:off x="8339327" y="4818888"/>
            <a:ext cx="384048" cy="146304"/>
          </a:xfrm>
          <a:prstGeom prst="rect">
            <a:avLst/>
          </a:prstGeom>
          <a:noFill/>
        </p:spPr>
        <p:txBody>
          <a:bodyPr wrap="none" lIns="0" rIns="0">
            <a:spAutoFit/>
          </a:bodyPr>
          <a:lstStyle/>
          <a:p>
            <a:pPr algn="r">
              <a:spcBef>
                <a:spcPts val="0"/>
              </a:spcBef>
              <a:spcAft>
                <a:spcPts val="0"/>
              </a:spcAft>
            </a:pPr>
            <a:r>
              <a:rPr sz="720" b="1">
                <a:solidFill>
                  <a:srgbClr val="646973"/>
                </a:solidFill>
                <a:latin typeface="Montserrat"/>
              </a:rPr>
              <a:t>07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221" name="Shape 22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22" name="Google Shape;222;p42"/>
          <p:cNvSpPr txBox="1"/>
          <p:nvPr>
            <p:ph type="title"/>
          </p:nvPr>
        </p:nvSpPr>
        <p:spPr>
          <a:xfrm>
            <a:off x="202550" y="289279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r>
              <a:rPr sz="2200" b="1">
                <a:solidFill>
                  <a:srgbClr val="0E39A9"/>
                </a:solidFill>
                <a:latin typeface="Montserrat"/>
              </a:rPr>
              <a:t>RAG - Chunking - Chunker</a:t>
            </a:r>
          </a:p>
        </p:txBody>
      </p:sp>
      <p:sp>
        <p:nvSpPr>
          <p:cNvPr id="223" name="Rectangle 222"/>
          <p:cNvSpPr/>
          <p:nvPr/>
        </p:nvSpPr>
        <p:spPr>
          <a:xfrm>
            <a:off x="502920" y="1005840"/>
            <a:ext cx="8138160" cy="32004"/>
          </a:xfrm>
          <a:prstGeom prst="rect">
            <a:avLst/>
          </a:prstGeom>
          <a:solidFill>
            <a:srgbClr val="0E39A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4" name="TextBox 223"/>
          <p:cNvSpPr txBox="1"/>
          <p:nvPr/>
        </p:nvSpPr>
        <p:spPr>
          <a:xfrm>
            <a:off x="694944" y="1325880"/>
            <a:ext cx="6729984" cy="448056"/>
          </a:xfrm>
          <a:prstGeom prst="rect">
            <a:avLst/>
          </a:prstGeom>
          <a:noFill/>
        </p:spPr>
        <p:txBody>
          <a:bodyPr wrap="square" lIns="82296" rIns="36576" tIns="18288" bIns="18288">
            <a:norm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350" b="0">
                <a:solidFill>
                  <a:srgbClr val="000000"/>
                </a:solidFill>
                <a:latin typeface="Montserrat"/>
              </a:rPr>
              <a:t>Chunker: RecursiveCharacterTextSplitter.from_huggingface_tokenizer.</a:t>
            </a:r>
          </a:p>
        </p:txBody>
      </p:sp>
      <p:sp>
        <p:nvSpPr>
          <p:cNvPr id="225" name="Oval 224"/>
          <p:cNvSpPr/>
          <p:nvPr/>
        </p:nvSpPr>
        <p:spPr>
          <a:xfrm>
            <a:off x="402336" y="1426464"/>
            <a:ext cx="192024" cy="192024"/>
          </a:xfrm>
          <a:prstGeom prst="ellipse">
            <a:avLst/>
          </a:prstGeom>
          <a:solidFill>
            <a:srgbClr val="0944A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6" name="TextBox 225"/>
          <p:cNvSpPr txBox="1"/>
          <p:nvPr/>
        </p:nvSpPr>
        <p:spPr>
          <a:xfrm>
            <a:off x="694944" y="1805940"/>
            <a:ext cx="6729984" cy="256032"/>
          </a:xfrm>
          <a:prstGeom prst="rect">
            <a:avLst/>
          </a:prstGeom>
          <a:noFill/>
        </p:spPr>
        <p:txBody>
          <a:bodyPr wrap="square" lIns="82296" rIns="36576" tIns="18288" bIns="18288">
            <a:normAutofit/>
          </a:bodyPr>
          <a:lstStyle/>
          <a:p>
            <a:r>
              <a:t>Chunk size: 120 tokens; overlap: 16 tokens.</a:t>
            </a:r>
          </a:p>
        </p:txBody>
      </p:sp>
      <p:sp>
        <p:nvSpPr>
          <p:cNvPr id="227" name="Oval 226"/>
          <p:cNvSpPr/>
          <p:nvPr/>
        </p:nvSpPr>
        <p:spPr>
          <a:xfrm>
            <a:off x="402336" y="1906524"/>
            <a:ext cx="192024" cy="192024"/>
          </a:xfrm>
          <a:prstGeom prst="ellipse">
            <a:avLst/>
          </a:prstGeom>
          <a:solidFill>
            <a:srgbClr val="0944A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8" name="TextBox 227"/>
          <p:cNvSpPr txBox="1"/>
          <p:nvPr/>
        </p:nvSpPr>
        <p:spPr>
          <a:xfrm>
            <a:off x="694944" y="2093976"/>
            <a:ext cx="6729984" cy="448056"/>
          </a:xfrm>
          <a:prstGeom prst="rect">
            <a:avLst/>
          </a:prstGeom>
          <a:noFill/>
        </p:spPr>
        <p:txBody>
          <a:bodyPr wrap="square" lIns="82296" rIns="36576" tIns="18288" bIns="18288">
            <a:norm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350" b="0">
                <a:solidFill>
                  <a:srgbClr val="000000"/>
                </a:solidFill>
                <a:latin typeface="Montserrat"/>
              </a:rPr>
              <a:t>Split priority: paragraph, line, heading, sentence, word, then character boundaries.</a:t>
            </a:r>
          </a:p>
        </p:txBody>
      </p:sp>
      <p:sp>
        <p:nvSpPr>
          <p:cNvPr id="229" name="Oval 228"/>
          <p:cNvSpPr/>
          <p:nvPr/>
        </p:nvSpPr>
        <p:spPr>
          <a:xfrm>
            <a:off x="402336" y="2194560"/>
            <a:ext cx="192024" cy="192024"/>
          </a:xfrm>
          <a:prstGeom prst="ellipse">
            <a:avLst/>
          </a:prstGeom>
          <a:solidFill>
            <a:srgbClr val="0944A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0" name="TextBox 229"/>
          <p:cNvSpPr txBox="1"/>
          <p:nvPr/>
        </p:nvSpPr>
        <p:spPr>
          <a:xfrm>
            <a:off x="694944" y="2574036"/>
            <a:ext cx="6729984" cy="448056"/>
          </a:xfrm>
          <a:prstGeom prst="rect">
            <a:avLst/>
          </a:prstGeom>
          <a:noFill/>
        </p:spPr>
        <p:txBody>
          <a:bodyPr wrap="square" lIns="82296" rIns="36576" tIns="18288" bIns="18288">
            <a:norm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350" b="0">
                <a:solidFill>
                  <a:srgbClr val="000000"/>
                </a:solidFill>
                <a:latin typeface="Montserrat"/>
              </a:rPr>
              <a:t>Atomic property rows are added for property-matrix entries so a single property and fee can be retrieved precisely.</a:t>
            </a:r>
          </a:p>
        </p:txBody>
      </p:sp>
      <p:sp>
        <p:nvSpPr>
          <p:cNvPr id="231" name="Oval 230"/>
          <p:cNvSpPr/>
          <p:nvPr/>
        </p:nvSpPr>
        <p:spPr>
          <a:xfrm>
            <a:off x="402336" y="2674620"/>
            <a:ext cx="192024" cy="192024"/>
          </a:xfrm>
          <a:prstGeom prst="ellipse">
            <a:avLst/>
          </a:prstGeom>
          <a:solidFill>
            <a:srgbClr val="0944A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2" name="TextBox 231"/>
          <p:cNvSpPr txBox="1"/>
          <p:nvPr/>
        </p:nvSpPr>
        <p:spPr>
          <a:xfrm>
            <a:off x="694944" y="3054096"/>
            <a:ext cx="6729984" cy="448056"/>
          </a:xfrm>
          <a:prstGeom prst="rect">
            <a:avLst/>
          </a:prstGeom>
          <a:noFill/>
        </p:spPr>
        <p:txBody>
          <a:bodyPr wrap="square" lIns="82296" rIns="36576" tIns="18288" bIns="18288">
            <a:norm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350" b="0">
                <a:solidFill>
                  <a:srgbClr val="000000"/>
                </a:solidFill>
                <a:latin typeface="Montserrat"/>
              </a:rPr>
              <a:t>Metadata is added after splitting to preserve section, topic, and property identity.</a:t>
            </a:r>
          </a:p>
        </p:txBody>
      </p:sp>
      <p:sp>
        <p:nvSpPr>
          <p:cNvPr id="233" name="Oval 232"/>
          <p:cNvSpPr/>
          <p:nvPr/>
        </p:nvSpPr>
        <p:spPr>
          <a:xfrm>
            <a:off x="402336" y="3154679"/>
            <a:ext cx="192024" cy="192024"/>
          </a:xfrm>
          <a:prstGeom prst="ellipse">
            <a:avLst/>
          </a:prstGeom>
          <a:solidFill>
            <a:srgbClr val="0944A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4" name="TextBox 233"/>
          <p:cNvSpPr txBox="1"/>
          <p:nvPr/>
        </p:nvSpPr>
        <p:spPr>
          <a:xfrm>
            <a:off x="694944" y="3534156"/>
            <a:ext cx="6729984" cy="448056"/>
          </a:xfrm>
          <a:prstGeom prst="rect">
            <a:avLst/>
          </a:prstGeom>
          <a:solidFill>
            <a:srgbClr val="ECF8F0"/>
          </a:solidFill>
          <a:ln w="10160">
            <a:solidFill>
              <a:srgbClr val="1F7752"/>
            </a:solidFill>
          </a:ln>
        </p:spPr>
        <p:txBody>
          <a:bodyPr wrap="square" lIns="82296" rIns="36576" tIns="18288" bIns="18288">
            <a:normAutofit/>
          </a:bodyPr>
          <a:lstStyle/>
          <a:p>
            <a:r>
              <a:t>CHUNKING RATIONALE: 120/16 stays within the 128-token tokenizer limit while retaining local policy context; overlap protects rules at boundaries.</a:t>
            </a:r>
          </a:p>
        </p:txBody>
      </p:sp>
      <p:sp>
        <p:nvSpPr>
          <p:cNvPr id="235" name="Oval 234"/>
          <p:cNvSpPr/>
          <p:nvPr/>
        </p:nvSpPr>
        <p:spPr>
          <a:xfrm>
            <a:off x="402336" y="3634739"/>
            <a:ext cx="192024" cy="192024"/>
          </a:xfrm>
          <a:prstGeom prst="ellipse">
            <a:avLst/>
          </a:prstGeom>
          <a:solidFill>
            <a:srgbClr val="0944A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6" name="TextBox 235"/>
          <p:cNvSpPr txBox="1"/>
          <p:nvPr/>
        </p:nvSpPr>
        <p:spPr>
          <a:xfrm>
            <a:off x="8339327" y="4818888"/>
            <a:ext cx="384048" cy="146304"/>
          </a:xfrm>
          <a:prstGeom prst="rect">
            <a:avLst/>
          </a:prstGeom>
          <a:noFill/>
        </p:spPr>
        <p:txBody>
          <a:bodyPr wrap="none" lIns="0" rIns="0">
            <a:spAutoFit/>
          </a:bodyPr>
          <a:lstStyle/>
          <a:p>
            <a:pPr algn="r">
              <a:spcBef>
                <a:spcPts val="0"/>
              </a:spcBef>
              <a:spcAft>
                <a:spcPts val="0"/>
              </a:spcAft>
            </a:pPr>
            <a:r>
              <a:rPr sz="720" b="1">
                <a:solidFill>
                  <a:srgbClr val="646973"/>
                </a:solidFill>
                <a:latin typeface="Montserrat"/>
              </a:rPr>
              <a:t>08</a:t>
            </a:r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229" name="Shape 22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30" name="Google Shape;230;p43"/>
          <p:cNvSpPr txBox="1"/>
          <p:nvPr>
            <p:ph type="title"/>
          </p:nvPr>
        </p:nvSpPr>
        <p:spPr>
          <a:xfrm>
            <a:off x="202550" y="289279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r>
              <a:rPr sz="2200" b="1">
                <a:solidFill>
                  <a:srgbClr val="0E39A9"/>
                </a:solidFill>
                <a:latin typeface="Montserrat"/>
              </a:rPr>
              <a:t>RAG - Chunking - Chunk Documents</a:t>
            </a:r>
          </a:p>
        </p:txBody>
      </p:sp>
      <p:sp>
        <p:nvSpPr>
          <p:cNvPr id="231" name="Rectangle 230"/>
          <p:cNvSpPr/>
          <p:nvPr/>
        </p:nvSpPr>
        <p:spPr>
          <a:xfrm>
            <a:off x="502920" y="1005840"/>
            <a:ext cx="8138160" cy="32004"/>
          </a:xfrm>
          <a:prstGeom prst="rect">
            <a:avLst/>
          </a:prstGeom>
          <a:solidFill>
            <a:srgbClr val="0E39A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2" name="TextBox 231"/>
          <p:cNvSpPr txBox="1"/>
          <p:nvPr/>
        </p:nvSpPr>
        <p:spPr>
          <a:xfrm>
            <a:off x="694944" y="1325880"/>
            <a:ext cx="6729984" cy="256032"/>
          </a:xfrm>
          <a:prstGeom prst="rect">
            <a:avLst/>
          </a:prstGeom>
          <a:noFill/>
        </p:spPr>
        <p:txBody>
          <a:bodyPr wrap="square" lIns="82296" rIns="36576" tIns="18288" bIns="18288">
            <a:normAutofit/>
          </a:bodyPr>
          <a:lstStyle/>
          <a:p>
            <a:r>
              <a:t>Total chunks created: 178, including atomic property rows.</a:t>
            </a:r>
          </a:p>
        </p:txBody>
      </p:sp>
      <p:sp>
        <p:nvSpPr>
          <p:cNvPr id="233" name="Oval 232"/>
          <p:cNvSpPr/>
          <p:nvPr/>
        </p:nvSpPr>
        <p:spPr>
          <a:xfrm>
            <a:off x="402336" y="1426464"/>
            <a:ext cx="192024" cy="192024"/>
          </a:xfrm>
          <a:prstGeom prst="ellipse">
            <a:avLst/>
          </a:prstGeom>
          <a:solidFill>
            <a:srgbClr val="0944A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4" name="TextBox 233"/>
          <p:cNvSpPr txBox="1"/>
          <p:nvPr/>
        </p:nvSpPr>
        <p:spPr>
          <a:xfrm>
            <a:off x="694944" y="1613916"/>
            <a:ext cx="6729984" cy="256032"/>
          </a:xfrm>
          <a:prstGeom prst="rect">
            <a:avLst/>
          </a:prstGeom>
          <a:noFill/>
        </p:spPr>
        <p:txBody>
          <a:bodyPr wrap="square" lIns="82296" rIns="36576" tIns="18288" bIns="18288">
            <a:norm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350" b="1">
                <a:solidFill>
                  <a:srgbClr val="0E39A9"/>
                </a:solidFill>
                <a:latin typeface="Montserrat"/>
              </a:rPr>
              <a:t>Example focused chunk</a:t>
            </a:r>
          </a:p>
        </p:txBody>
      </p:sp>
      <p:sp>
        <p:nvSpPr>
          <p:cNvPr id="235" name="TextBox 234"/>
          <p:cNvSpPr txBox="1"/>
          <p:nvPr/>
        </p:nvSpPr>
        <p:spPr>
          <a:xfrm>
            <a:off x="694944" y="1901952"/>
            <a:ext cx="6729984" cy="256032"/>
          </a:xfrm>
          <a:prstGeom prst="rect">
            <a:avLst/>
          </a:prstGeom>
          <a:noFill/>
        </p:spPr>
        <p:txBody>
          <a:bodyPr wrap="square" lIns="82296" rIns="36576" tIns="18288" bIns="18288">
            <a:norm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350" b="0">
                <a:solidFill>
                  <a:srgbClr val="000000"/>
                </a:solidFill>
                <a:latin typeface="Montserrat"/>
              </a:rPr>
              <a:t>## Property-specific matrix | Property: ASH-MIA</a:t>
            </a:r>
          </a:p>
        </p:txBody>
      </p:sp>
      <p:sp>
        <p:nvSpPr>
          <p:cNvPr id="236" name="Oval 235"/>
          <p:cNvSpPr/>
          <p:nvPr/>
        </p:nvSpPr>
        <p:spPr>
          <a:xfrm>
            <a:off x="402336" y="2002536"/>
            <a:ext cx="192024" cy="192024"/>
          </a:xfrm>
          <a:prstGeom prst="ellipse">
            <a:avLst/>
          </a:prstGeom>
          <a:solidFill>
            <a:srgbClr val="0944A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7" name="TextBox 236"/>
          <p:cNvSpPr txBox="1"/>
          <p:nvPr/>
        </p:nvSpPr>
        <p:spPr>
          <a:xfrm>
            <a:off x="694944" y="2189988"/>
            <a:ext cx="6729984" cy="448056"/>
          </a:xfrm>
          <a:prstGeom prst="rect">
            <a:avLst/>
          </a:prstGeom>
          <a:noFill/>
        </p:spPr>
        <p:txBody>
          <a:bodyPr wrap="square" lIns="82296" rIns="36576" tIns="18288" bIns="18288">
            <a:norm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350" b="0">
                <a:solidFill>
                  <a:srgbClr val="000000"/>
                </a:solidFill>
                <a:latin typeface="Montserrat"/>
              </a:rPr>
              <a:t>ASH-MIA Brickell | Parking: Valet, $55 per night | Pets: $100 per stay; 2 pets max</a:t>
            </a:r>
          </a:p>
        </p:txBody>
      </p:sp>
      <p:sp>
        <p:nvSpPr>
          <p:cNvPr id="238" name="Oval 237"/>
          <p:cNvSpPr/>
          <p:nvPr/>
        </p:nvSpPr>
        <p:spPr>
          <a:xfrm>
            <a:off x="402336" y="2290572"/>
            <a:ext cx="192024" cy="192024"/>
          </a:xfrm>
          <a:prstGeom prst="ellipse">
            <a:avLst/>
          </a:prstGeom>
          <a:solidFill>
            <a:srgbClr val="0944A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9" name="TextBox 238"/>
          <p:cNvSpPr txBox="1"/>
          <p:nvPr/>
        </p:nvSpPr>
        <p:spPr>
          <a:xfrm>
            <a:off x="694944" y="2670048"/>
            <a:ext cx="6729984" cy="448056"/>
          </a:xfrm>
          <a:prstGeom prst="rect">
            <a:avLst/>
          </a:prstGeom>
          <a:noFill/>
        </p:spPr>
        <p:txBody>
          <a:bodyPr wrap="square" lIns="82296" rIns="36576" tIns="18288" bIns="18288">
            <a:norm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350" b="0">
                <a:solidFill>
                  <a:srgbClr val="000000"/>
                </a:solidFill>
                <a:latin typeface="Montserrat"/>
              </a:rPr>
              <a:t>One-property rows reduce contamination from unrelated properties and broad policy sections.</a:t>
            </a:r>
          </a:p>
        </p:txBody>
      </p:sp>
      <p:sp>
        <p:nvSpPr>
          <p:cNvPr id="240" name="Oval 239"/>
          <p:cNvSpPr/>
          <p:nvPr/>
        </p:nvSpPr>
        <p:spPr>
          <a:xfrm>
            <a:off x="402336" y="2770632"/>
            <a:ext cx="192024" cy="192024"/>
          </a:xfrm>
          <a:prstGeom prst="ellipse">
            <a:avLst/>
          </a:prstGeom>
          <a:solidFill>
            <a:srgbClr val="0944A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1" name="TextBox 240"/>
          <p:cNvSpPr txBox="1"/>
          <p:nvPr/>
        </p:nvSpPr>
        <p:spPr>
          <a:xfrm>
            <a:off x="694944" y="3150108"/>
            <a:ext cx="6729984" cy="448056"/>
          </a:xfrm>
          <a:prstGeom prst="rect">
            <a:avLst/>
          </a:prstGeom>
          <a:noFill/>
        </p:spPr>
        <p:txBody>
          <a:bodyPr wrap="square" lIns="82296" rIns="36576" tIns="18288" bIns="18288">
            <a:norm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350" b="0">
                <a:solidFill>
                  <a:srgbClr val="000000"/>
                </a:solidFill>
                <a:latin typeface="Montserrat"/>
              </a:rPr>
              <a:t>Each chunk carries source, section, property_codes, and topics metadata.</a:t>
            </a:r>
          </a:p>
        </p:txBody>
      </p:sp>
      <p:sp>
        <p:nvSpPr>
          <p:cNvPr id="242" name="Oval 241"/>
          <p:cNvSpPr/>
          <p:nvPr/>
        </p:nvSpPr>
        <p:spPr>
          <a:xfrm>
            <a:off x="402336" y="3250691"/>
            <a:ext cx="192024" cy="192024"/>
          </a:xfrm>
          <a:prstGeom prst="ellipse">
            <a:avLst/>
          </a:prstGeom>
          <a:solidFill>
            <a:srgbClr val="0944A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3" name="TextBox 242"/>
          <p:cNvSpPr txBox="1"/>
          <p:nvPr/>
        </p:nvSpPr>
        <p:spPr>
          <a:xfrm>
            <a:off x="8339327" y="4818888"/>
            <a:ext cx="384048" cy="146304"/>
          </a:xfrm>
          <a:prstGeom prst="rect">
            <a:avLst/>
          </a:prstGeom>
          <a:noFill/>
        </p:spPr>
        <p:txBody>
          <a:bodyPr wrap="none" lIns="0" rIns="0">
            <a:spAutoFit/>
          </a:bodyPr>
          <a:lstStyle/>
          <a:p>
            <a:pPr algn="r">
              <a:spcBef>
                <a:spcPts val="0"/>
              </a:spcBef>
              <a:spcAft>
                <a:spcPts val="0"/>
              </a:spcAft>
            </a:pPr>
            <a:r>
              <a:rPr sz="720" b="1">
                <a:solidFill>
                  <a:srgbClr val="646973"/>
                </a:solidFill>
                <a:latin typeface="Montserrat"/>
              </a:rPr>
              <a:t>09</a:t>
            </a:r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237" name="Shape 23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38" name="Google Shape;238;p44"/>
          <p:cNvSpPr txBox="1"/>
          <p:nvPr>
            <p:ph type="title"/>
          </p:nvPr>
        </p:nvSpPr>
        <p:spPr>
          <a:xfrm>
            <a:off x="202550" y="289279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r>
              <a:rPr sz="2200" b="1">
                <a:solidFill>
                  <a:srgbClr val="0E39A9"/>
                </a:solidFill>
                <a:latin typeface="Montserrat"/>
              </a:rPr>
              <a:t>RAG - Vector Database</a:t>
            </a:r>
          </a:p>
        </p:txBody>
      </p:sp>
      <p:sp>
        <p:nvSpPr>
          <p:cNvPr id="239" name="Rectangle 238"/>
          <p:cNvSpPr/>
          <p:nvPr/>
        </p:nvSpPr>
        <p:spPr>
          <a:xfrm>
            <a:off x="502920" y="1005840"/>
            <a:ext cx="8138160" cy="32004"/>
          </a:xfrm>
          <a:prstGeom prst="rect">
            <a:avLst/>
          </a:prstGeom>
          <a:solidFill>
            <a:srgbClr val="0E39A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0" name="TextBox 239"/>
          <p:cNvSpPr txBox="1"/>
          <p:nvPr/>
        </p:nvSpPr>
        <p:spPr>
          <a:xfrm>
            <a:off x="694944" y="1325880"/>
            <a:ext cx="6080760" cy="448056"/>
          </a:xfrm>
          <a:prstGeom prst="rect">
            <a:avLst/>
          </a:prstGeom>
          <a:noFill/>
        </p:spPr>
        <p:txBody>
          <a:bodyPr wrap="square" lIns="82296" rIns="36576" tIns="18288" bIns="18288">
            <a:normAutofit/>
          </a:bodyPr>
          <a:lstStyle/>
          <a:p>
            <a:r>
              <a:t>Vector database: FAISS with 178 normalized document vectors.</a:t>
            </a:r>
          </a:p>
        </p:txBody>
      </p:sp>
      <p:sp>
        <p:nvSpPr>
          <p:cNvPr id="241" name="Oval 240"/>
          <p:cNvSpPr/>
          <p:nvPr/>
        </p:nvSpPr>
        <p:spPr>
          <a:xfrm>
            <a:off x="402336" y="1426464"/>
            <a:ext cx="192024" cy="192024"/>
          </a:xfrm>
          <a:prstGeom prst="ellipse">
            <a:avLst/>
          </a:prstGeom>
          <a:solidFill>
            <a:srgbClr val="0944A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2" name="TextBox 241"/>
          <p:cNvSpPr txBox="1"/>
          <p:nvPr/>
        </p:nvSpPr>
        <p:spPr>
          <a:xfrm>
            <a:off x="694944" y="1805940"/>
            <a:ext cx="6080760" cy="448056"/>
          </a:xfrm>
          <a:prstGeom prst="rect">
            <a:avLst/>
          </a:prstGeom>
          <a:noFill/>
        </p:spPr>
        <p:txBody>
          <a:bodyPr wrap="square" lIns="82296" rIns="36576" tIns="18288" bIns="18288">
            <a:norm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350" b="0">
                <a:solidFill>
                  <a:srgbClr val="000000"/>
                </a:solidFill>
                <a:latin typeface="Montserrat"/>
              </a:rPr>
              <a:t>Index is persisted for the backend under backend/faiss_index.</a:t>
            </a:r>
          </a:p>
        </p:txBody>
      </p:sp>
      <p:sp>
        <p:nvSpPr>
          <p:cNvPr id="243" name="Oval 242"/>
          <p:cNvSpPr/>
          <p:nvPr/>
        </p:nvSpPr>
        <p:spPr>
          <a:xfrm>
            <a:off x="402336" y="1906524"/>
            <a:ext cx="192024" cy="192024"/>
          </a:xfrm>
          <a:prstGeom prst="ellipse">
            <a:avLst/>
          </a:prstGeom>
          <a:solidFill>
            <a:srgbClr val="0944A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4" name="TextBox 243"/>
          <p:cNvSpPr txBox="1"/>
          <p:nvPr/>
        </p:nvSpPr>
        <p:spPr>
          <a:xfrm>
            <a:off x="694944" y="2286000"/>
            <a:ext cx="6080760" cy="256032"/>
          </a:xfrm>
          <a:prstGeom prst="rect">
            <a:avLst/>
          </a:prstGeom>
          <a:noFill/>
        </p:spPr>
        <p:txBody>
          <a:bodyPr wrap="square" lIns="82296" rIns="36576" tIns="18288" bIns="18288">
            <a:norm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350" b="0">
                <a:solidFill>
                  <a:srgbClr val="000000"/>
                </a:solidFill>
                <a:latin typeface="Montserrat"/>
              </a:rPr>
              <a:t>Final retrieval setting: k=5 chunks.</a:t>
            </a:r>
          </a:p>
        </p:txBody>
      </p:sp>
      <p:sp>
        <p:nvSpPr>
          <p:cNvPr id="245" name="Oval 244"/>
          <p:cNvSpPr/>
          <p:nvPr/>
        </p:nvSpPr>
        <p:spPr>
          <a:xfrm>
            <a:off x="402336" y="2386584"/>
            <a:ext cx="192024" cy="192024"/>
          </a:xfrm>
          <a:prstGeom prst="ellipse">
            <a:avLst/>
          </a:prstGeom>
          <a:solidFill>
            <a:srgbClr val="0944A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6" name="TextBox 245"/>
          <p:cNvSpPr txBox="1"/>
          <p:nvPr/>
        </p:nvSpPr>
        <p:spPr>
          <a:xfrm>
            <a:off x="694944" y="2574036"/>
            <a:ext cx="6080760" cy="649224"/>
          </a:xfrm>
          <a:prstGeom prst="rect">
            <a:avLst/>
          </a:prstGeom>
          <a:noFill/>
        </p:spPr>
        <p:txBody>
          <a:bodyPr wrap="square" lIns="82296" rIns="36576" tIns="18288" bIns="18288">
            <a:norm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350" b="0">
                <a:solidFill>
                  <a:srgbClr val="000000"/>
                </a:solidFill>
                <a:latin typeface="Montserrat"/>
              </a:rPr>
              <a:t>Top-k trade-off: larger k improves retrieval recall but increases context noise; k=5 was selected as the best balance on held-out evaluation.</a:t>
            </a:r>
          </a:p>
        </p:txBody>
      </p:sp>
      <p:sp>
        <p:nvSpPr>
          <p:cNvPr id="247" name="Oval 246"/>
          <p:cNvSpPr/>
          <p:nvPr/>
        </p:nvSpPr>
        <p:spPr>
          <a:xfrm>
            <a:off x="402336" y="2674620"/>
            <a:ext cx="192024" cy="192024"/>
          </a:xfrm>
          <a:prstGeom prst="ellipse">
            <a:avLst/>
          </a:prstGeom>
          <a:solidFill>
            <a:srgbClr val="0944A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8" name="TextBox 247"/>
          <p:cNvSpPr txBox="1"/>
          <p:nvPr/>
        </p:nvSpPr>
        <p:spPr>
          <a:xfrm>
            <a:off x="694944" y="3255264"/>
            <a:ext cx="6080760" cy="256032"/>
          </a:xfrm>
          <a:prstGeom prst="rect">
            <a:avLst/>
          </a:prstGeom>
          <a:noFill/>
        </p:spPr>
        <p:txBody>
          <a:bodyPr wrap="square" lIns="82296" rIns="36576" tIns="18288" bIns="18288">
            <a:norm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350" b="0">
                <a:solidFill>
                  <a:srgbClr val="000000"/>
                </a:solidFill>
                <a:latin typeface="Montserrat"/>
              </a:rPr>
              <a:t>Candidate search uses MMR lambda=0.50 and fetch_k=20.</a:t>
            </a:r>
          </a:p>
        </p:txBody>
      </p:sp>
      <p:sp>
        <p:nvSpPr>
          <p:cNvPr id="249" name="Oval 248"/>
          <p:cNvSpPr/>
          <p:nvPr/>
        </p:nvSpPr>
        <p:spPr>
          <a:xfrm>
            <a:off x="402336" y="3355848"/>
            <a:ext cx="192024" cy="192024"/>
          </a:xfrm>
          <a:prstGeom prst="ellipse">
            <a:avLst/>
          </a:prstGeom>
          <a:solidFill>
            <a:srgbClr val="0944A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0" name="TextBox 249"/>
          <p:cNvSpPr txBox="1"/>
          <p:nvPr/>
        </p:nvSpPr>
        <p:spPr>
          <a:xfrm>
            <a:off x="694944" y="3543300"/>
            <a:ext cx="6080760" cy="448056"/>
          </a:xfrm>
          <a:prstGeom prst="rect">
            <a:avLst/>
          </a:prstGeom>
          <a:noFill/>
        </p:spPr>
        <p:txBody>
          <a:bodyPr wrap="square" lIns="82296" rIns="36576" tIns="18288" bIns="18288">
            <a:norm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350" b="0">
                <a:solidFill>
                  <a:srgbClr val="000000"/>
                </a:solidFill>
                <a:latin typeface="Montserrat"/>
              </a:rPr>
              <a:t>CrossEncoder ms-marco-MiniLM-L-6-v2 reranks candidates; topic and property metadata provide additional boosts.</a:t>
            </a:r>
          </a:p>
        </p:txBody>
      </p:sp>
      <p:sp>
        <p:nvSpPr>
          <p:cNvPr id="251" name="Oval 250"/>
          <p:cNvSpPr/>
          <p:nvPr/>
        </p:nvSpPr>
        <p:spPr>
          <a:xfrm>
            <a:off x="402336" y="3643884"/>
            <a:ext cx="192024" cy="192024"/>
          </a:xfrm>
          <a:prstGeom prst="ellipse">
            <a:avLst/>
          </a:prstGeom>
          <a:solidFill>
            <a:srgbClr val="0944A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2" name="Rounded Rectangle 251"/>
          <p:cNvSpPr/>
          <p:nvPr/>
        </p:nvSpPr>
        <p:spPr>
          <a:xfrm>
            <a:off x="6967728" y="1783080"/>
            <a:ext cx="1627632" cy="2514600"/>
          </a:xfrm>
          <a:prstGeom prst="roundRect">
            <a:avLst/>
          </a:prstGeom>
          <a:solidFill>
            <a:srgbClr val="F8FAFE"/>
          </a:solidFill>
          <a:ln w="12700">
            <a:solidFill>
              <a:srgbClr val="BECBE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3" name="TextBox 252"/>
          <p:cNvSpPr txBox="1"/>
          <p:nvPr/>
        </p:nvSpPr>
        <p:spPr>
          <a:xfrm>
            <a:off x="7040880" y="1856231"/>
            <a:ext cx="1481328" cy="201168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>
              <a:spcBef>
                <a:spcPts val="0"/>
              </a:spcBef>
              <a:spcAft>
                <a:spcPts val="0"/>
              </a:spcAft>
            </a:pPr>
            <a:r>
              <a:rPr sz="760" b="1">
                <a:solidFill>
                  <a:srgbClr val="0E39A9"/>
                </a:solidFill>
                <a:latin typeface="Montserrat"/>
              </a:rPr>
              <a:t>RAG FLOW</a:t>
            </a:r>
          </a:p>
        </p:txBody>
      </p:sp>
      <p:sp>
        <p:nvSpPr>
          <p:cNvPr id="254" name="Rounded Rectangle 253"/>
          <p:cNvSpPr/>
          <p:nvPr/>
        </p:nvSpPr>
        <p:spPr>
          <a:xfrm>
            <a:off x="7114032" y="2011680"/>
            <a:ext cx="1335024" cy="201168"/>
          </a:xfrm>
          <a:prstGeom prst="roundRect">
            <a:avLst/>
          </a:prstGeom>
          <a:solidFill>
            <a:srgbClr val="F8FAFE"/>
          </a:solidFill>
          <a:ln w="10160">
            <a:solidFill>
              <a:srgbClr val="7887A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7432" rIns="27432" tIns="9144" bIns="9144"/>
          <a:lstStyle/>
          <a:p>
            <a:pPr algn="ctr">
              <a:spcBef>
                <a:spcPts val="0"/>
              </a:spcBef>
              <a:spcAft>
                <a:spcPts val="0"/>
              </a:spcAft>
            </a:pPr>
            <a:r>
              <a:rPr sz="509" b="0">
                <a:solidFill>
                  <a:srgbClr val="000000"/>
                </a:solidFill>
                <a:latin typeface="Montserrat"/>
              </a:rPr>
              <a:t>property/topic metadata</a:t>
            </a:r>
          </a:p>
        </p:txBody>
      </p:sp>
      <p:sp>
        <p:nvSpPr>
          <p:cNvPr id="255" name="Rounded Rectangle 254"/>
          <p:cNvSpPr/>
          <p:nvPr/>
        </p:nvSpPr>
        <p:spPr>
          <a:xfrm>
            <a:off x="7296912" y="2194560"/>
            <a:ext cx="969264" cy="329184"/>
          </a:xfrm>
          <a:prstGeom prst="roundRect">
            <a:avLst/>
          </a:prstGeom>
          <a:solidFill>
            <a:srgbClr val="E8EFFF"/>
          </a:solidFill>
          <a:ln w="10160">
            <a:solidFill>
              <a:srgbClr val="0E39A9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7432" rIns="27432" tIns="9144" bIns="9144"/>
          <a:lstStyle/>
          <a:p>
            <a:pPr algn="ctr">
              <a:spcBef>
                <a:spcPts val="0"/>
              </a:spcBef>
              <a:spcAft>
                <a:spcPts val="0"/>
              </a:spcAft>
            </a:pPr>
            <a:r>
              <a:rPr sz="640" b="1">
                <a:solidFill>
                  <a:srgbClr val="000000"/>
                </a:solidFill>
                <a:latin typeface="Montserrat"/>
              </a:rPr>
              <a:t>Question</a:t>
            </a:r>
          </a:p>
        </p:txBody>
      </p:sp>
      <p:sp>
        <p:nvSpPr>
          <p:cNvPr id="256" name="Chevron 255"/>
          <p:cNvSpPr/>
          <p:nvPr/>
        </p:nvSpPr>
        <p:spPr>
          <a:xfrm>
            <a:off x="7699248" y="2587752"/>
            <a:ext cx="164592" cy="146304"/>
          </a:xfrm>
          <a:prstGeom prst="chevron">
            <a:avLst/>
          </a:prstGeom>
          <a:solidFill>
            <a:srgbClr val="96A0A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7" name="Rounded Rectangle 256"/>
          <p:cNvSpPr/>
          <p:nvPr/>
        </p:nvSpPr>
        <p:spPr>
          <a:xfrm>
            <a:off x="7296912" y="2770632"/>
            <a:ext cx="969264" cy="365760"/>
          </a:xfrm>
          <a:prstGeom prst="roundRect">
            <a:avLst/>
          </a:prstGeom>
          <a:solidFill>
            <a:srgbClr val="E6F7F6"/>
          </a:solidFill>
          <a:ln w="10160">
            <a:solidFill>
              <a:srgbClr val="009CA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7432" rIns="27432" tIns="9144" bIns="9144"/>
          <a:lstStyle/>
          <a:p>
            <a:pPr algn="ctr">
              <a:spcBef>
                <a:spcPts val="0"/>
              </a:spcBef>
              <a:spcAft>
                <a:spcPts val="0"/>
              </a:spcAft>
            </a:pPr>
            <a:r>
              <a:rPr sz="620" b="1">
                <a:solidFill>
                  <a:srgbClr val="000000"/>
                </a:solidFill>
                <a:latin typeface="Montserrat"/>
              </a:rPr>
              <a:t>FAISS</a:t>
            </a:r>
          </a:p>
          <a:p>
            <a:pPr algn="ctr">
              <a:spcBef>
                <a:spcPts val="0"/>
              </a:spcBef>
              <a:spcAft>
                <a:spcPts val="0"/>
              </a:spcAft>
            </a:pPr>
            <a:r>
              <a:rPr sz="620" b="1">
                <a:solidFill>
                  <a:srgbClr val="000000"/>
                </a:solidFill>
                <a:latin typeface="Montserrat"/>
              </a:rPr>
              <a:t>retrieve</a:t>
            </a:r>
          </a:p>
        </p:txBody>
      </p:sp>
      <p:sp>
        <p:nvSpPr>
          <p:cNvPr id="258" name="Chevron 257"/>
          <p:cNvSpPr/>
          <p:nvPr/>
        </p:nvSpPr>
        <p:spPr>
          <a:xfrm>
            <a:off x="7699248" y="3209544"/>
            <a:ext cx="164592" cy="146304"/>
          </a:xfrm>
          <a:prstGeom prst="chevron">
            <a:avLst/>
          </a:prstGeom>
          <a:solidFill>
            <a:srgbClr val="96A0A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9" name="Rounded Rectangle 258"/>
          <p:cNvSpPr/>
          <p:nvPr/>
        </p:nvSpPr>
        <p:spPr>
          <a:xfrm>
            <a:off x="7296912" y="3392424"/>
            <a:ext cx="969264" cy="365760"/>
          </a:xfrm>
          <a:prstGeom prst="roundRect">
            <a:avLst/>
          </a:prstGeom>
          <a:solidFill>
            <a:srgbClr val="FFF5E0"/>
          </a:solidFill>
          <a:ln w="10160">
            <a:solidFill>
              <a:srgbClr val="CA912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7432" rIns="27432" tIns="9144" bIns="9144"/>
          <a:lstStyle/>
          <a:p>
            <a:pPr algn="ctr">
              <a:spcBef>
                <a:spcPts val="0"/>
              </a:spcBef>
              <a:spcAft>
                <a:spcPts val="0"/>
              </a:spcAft>
            </a:pPr>
            <a:r>
              <a:rPr sz="620" b="1">
                <a:solidFill>
                  <a:srgbClr val="000000"/>
                </a:solidFill>
                <a:latin typeface="Montserrat"/>
              </a:rPr>
              <a:t>MMR +</a:t>
            </a:r>
          </a:p>
          <a:p>
            <a:pPr algn="ctr">
              <a:spcBef>
                <a:spcPts val="0"/>
              </a:spcBef>
              <a:spcAft>
                <a:spcPts val="0"/>
              </a:spcAft>
            </a:pPr>
            <a:r>
              <a:rPr sz="620" b="1">
                <a:solidFill>
                  <a:srgbClr val="000000"/>
                </a:solidFill>
                <a:latin typeface="Montserrat"/>
              </a:rPr>
              <a:t>rerank</a:t>
            </a:r>
          </a:p>
        </p:txBody>
      </p:sp>
      <p:sp>
        <p:nvSpPr>
          <p:cNvPr id="260" name="Chevron 259"/>
          <p:cNvSpPr/>
          <p:nvPr/>
        </p:nvSpPr>
        <p:spPr>
          <a:xfrm>
            <a:off x="7699248" y="3831336"/>
            <a:ext cx="164592" cy="146304"/>
          </a:xfrm>
          <a:prstGeom prst="chevron">
            <a:avLst/>
          </a:prstGeom>
          <a:solidFill>
            <a:srgbClr val="96A0A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1" name="Rounded Rectangle 260"/>
          <p:cNvSpPr/>
          <p:nvPr/>
        </p:nvSpPr>
        <p:spPr>
          <a:xfrm>
            <a:off x="7296912" y="4005072"/>
            <a:ext cx="969264" cy="365760"/>
          </a:xfrm>
          <a:prstGeom prst="roundRect">
            <a:avLst/>
          </a:prstGeom>
          <a:solidFill>
            <a:srgbClr val="ECF8F0"/>
          </a:solidFill>
          <a:ln w="10160">
            <a:solidFill>
              <a:srgbClr val="1F7752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7432" rIns="27432" tIns="9144" bIns="9144"/>
          <a:lstStyle/>
          <a:p>
            <a:pPr algn="ctr">
              <a:spcBef>
                <a:spcPts val="0"/>
              </a:spcBef>
              <a:spcAft>
                <a:spcPts val="0"/>
              </a:spcAft>
            </a:pPr>
            <a:r>
              <a:rPr sz="620" b="1">
                <a:solidFill>
                  <a:srgbClr val="000000"/>
                </a:solidFill>
                <a:latin typeface="Montserrat"/>
              </a:rPr>
              <a:t>Grounded</a:t>
            </a:r>
          </a:p>
          <a:p>
            <a:pPr algn="ctr">
              <a:spcBef>
                <a:spcPts val="0"/>
              </a:spcBef>
              <a:spcAft>
                <a:spcPts val="0"/>
              </a:spcAft>
            </a:pPr>
            <a:r>
              <a:rPr sz="620" b="1">
                <a:solidFill>
                  <a:srgbClr val="000000"/>
                </a:solidFill>
                <a:latin typeface="Montserrat"/>
              </a:rPr>
              <a:t>answer</a:t>
            </a:r>
          </a:p>
        </p:txBody>
      </p:sp>
      <p:sp>
        <p:nvSpPr>
          <p:cNvPr id="262" name="TextBox 261"/>
          <p:cNvSpPr txBox="1"/>
          <p:nvPr/>
        </p:nvSpPr>
        <p:spPr>
          <a:xfrm>
            <a:off x="8339327" y="4818888"/>
            <a:ext cx="384048" cy="146304"/>
          </a:xfrm>
          <a:prstGeom prst="rect">
            <a:avLst/>
          </a:prstGeom>
          <a:noFill/>
        </p:spPr>
        <p:txBody>
          <a:bodyPr wrap="none" lIns="0" rIns="0">
            <a:spAutoFit/>
          </a:bodyPr>
          <a:lstStyle/>
          <a:p>
            <a:pPr algn="r">
              <a:spcBef>
                <a:spcPts val="0"/>
              </a:spcBef>
              <a:spcAft>
                <a:spcPts val="0"/>
              </a:spcAft>
            </a:pPr>
            <a:r>
              <a:rPr sz="720" b="1">
                <a:solidFill>
                  <a:srgbClr val="646973"/>
                </a:solidFill>
                <a:latin typeface="Montserrat"/>
              </a:rPr>
              <a:t>10</a:t>
            </a:r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245" name="Shape 24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46" name="Google Shape;246;p45"/>
          <p:cNvSpPr txBox="1"/>
          <p:nvPr>
            <p:ph type="title"/>
          </p:nvPr>
        </p:nvSpPr>
        <p:spPr>
          <a:xfrm>
            <a:off x="202550" y="289279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r>
              <a:rPr sz="2200" b="1">
                <a:solidFill>
                  <a:srgbClr val="0E39A9"/>
                </a:solidFill>
                <a:latin typeface="Montserrat"/>
              </a:rPr>
              <a:t>RAG - Vector Database - Retrieval Function</a:t>
            </a:r>
          </a:p>
        </p:txBody>
      </p:sp>
      <p:sp>
        <p:nvSpPr>
          <p:cNvPr id="247" name="Rectangle 246"/>
          <p:cNvSpPr/>
          <p:nvPr/>
        </p:nvSpPr>
        <p:spPr>
          <a:xfrm>
            <a:off x="502920" y="1005840"/>
            <a:ext cx="8138160" cy="32004"/>
          </a:xfrm>
          <a:prstGeom prst="rect">
            <a:avLst/>
          </a:prstGeom>
          <a:solidFill>
            <a:srgbClr val="0E39A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8" name="TextBox 247"/>
          <p:cNvSpPr txBox="1"/>
          <p:nvPr/>
        </p:nvSpPr>
        <p:spPr>
          <a:xfrm>
            <a:off x="694944" y="1078992"/>
            <a:ext cx="6729984" cy="448056"/>
          </a:xfrm>
          <a:prstGeom prst="rect">
            <a:avLst/>
          </a:prstGeom>
          <a:noFill/>
        </p:spPr>
        <p:txBody>
          <a:bodyPr wrap="square" lIns="82296" rIns="36576" tIns="18288" bIns="18288">
            <a:norm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350" b="0">
                <a:solidFill>
                  <a:srgbClr val="000000"/>
                </a:solidFill>
                <a:latin typeface="Montserrat"/>
              </a:rPr>
              <a:t>Query: What are the parking fees at the Atlanta and Miami hotels?</a:t>
            </a:r>
          </a:p>
        </p:txBody>
      </p:sp>
      <p:sp>
        <p:nvSpPr>
          <p:cNvPr id="249" name="Oval 248"/>
          <p:cNvSpPr/>
          <p:nvPr/>
        </p:nvSpPr>
        <p:spPr>
          <a:xfrm>
            <a:off x="402336" y="1179576"/>
            <a:ext cx="192024" cy="192024"/>
          </a:xfrm>
          <a:prstGeom prst="ellipse">
            <a:avLst/>
          </a:prstGeom>
          <a:solidFill>
            <a:srgbClr val="0944A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0" name="TextBox 249"/>
          <p:cNvSpPr txBox="1"/>
          <p:nvPr/>
        </p:nvSpPr>
        <p:spPr>
          <a:xfrm>
            <a:off x="694944" y="1559052"/>
            <a:ext cx="6729984" cy="448056"/>
          </a:xfrm>
          <a:prstGeom prst="rect">
            <a:avLst/>
          </a:prstGeom>
          <a:noFill/>
        </p:spPr>
        <p:txBody>
          <a:bodyPr wrap="square" lIns="82296" rIns="36576" tIns="18288" bIns="18288">
            <a:norm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350" b="0">
                <a:solidFill>
                  <a:srgbClr val="000000"/>
                </a:solidFill>
                <a:latin typeface="Montserrat"/>
              </a:rPr>
              <a:t>Property routing identifies ASH-ATL and ASH-MIA; topic routing identifies parking.</a:t>
            </a:r>
          </a:p>
        </p:txBody>
      </p:sp>
      <p:sp>
        <p:nvSpPr>
          <p:cNvPr id="251" name="Oval 250"/>
          <p:cNvSpPr/>
          <p:nvPr/>
        </p:nvSpPr>
        <p:spPr>
          <a:xfrm>
            <a:off x="402336" y="1659636"/>
            <a:ext cx="192024" cy="192024"/>
          </a:xfrm>
          <a:prstGeom prst="ellipse">
            <a:avLst/>
          </a:prstGeom>
          <a:solidFill>
            <a:srgbClr val="0944A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2" name="TextBox 251"/>
          <p:cNvSpPr txBox="1"/>
          <p:nvPr/>
        </p:nvSpPr>
        <p:spPr>
          <a:xfrm>
            <a:off x="694944" y="2039112"/>
            <a:ext cx="6729984" cy="649224"/>
          </a:xfrm>
          <a:prstGeom prst="rect">
            <a:avLst/>
          </a:prstGeom>
          <a:noFill/>
        </p:spPr>
        <p:txBody>
          <a:bodyPr wrap="square" lIns="82296" rIns="36576" tIns="18288" bIns="18288">
            <a:norm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350" b="0">
                <a:solidFill>
                  <a:srgbClr val="000000"/>
                </a:solidFill>
                <a:latin typeface="Montserrat"/>
              </a:rPr>
              <a:t>Property/topic routing filters candidates before reranking when focused matches exist, with global fallback for ambiguous questions.</a:t>
            </a:r>
          </a:p>
        </p:txBody>
      </p:sp>
      <p:sp>
        <p:nvSpPr>
          <p:cNvPr id="253" name="Oval 252"/>
          <p:cNvSpPr/>
          <p:nvPr/>
        </p:nvSpPr>
        <p:spPr>
          <a:xfrm>
            <a:off x="402336" y="2139696"/>
            <a:ext cx="192024" cy="192024"/>
          </a:xfrm>
          <a:prstGeom prst="ellipse">
            <a:avLst/>
          </a:prstGeom>
          <a:solidFill>
            <a:srgbClr val="0944A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4" name="TextBox 253"/>
          <p:cNvSpPr txBox="1"/>
          <p:nvPr/>
        </p:nvSpPr>
        <p:spPr>
          <a:xfrm>
            <a:off x="694944" y="2720340"/>
            <a:ext cx="6729984" cy="448056"/>
          </a:xfrm>
          <a:prstGeom prst="rect">
            <a:avLst/>
          </a:prstGeom>
          <a:noFill/>
        </p:spPr>
        <p:txBody>
          <a:bodyPr wrap="square" lIns="82296" rIns="36576" tIns="18288" bIns="18288">
            <a:norm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350" b="0">
                <a:solidFill>
                  <a:srgbClr val="000000"/>
                </a:solidFill>
                <a:latin typeface="Montserrat"/>
              </a:rPr>
              <a:t>Metadata is retained for source traceability and evidence display.</a:t>
            </a:r>
          </a:p>
        </p:txBody>
      </p:sp>
      <p:sp>
        <p:nvSpPr>
          <p:cNvPr id="255" name="Oval 254"/>
          <p:cNvSpPr/>
          <p:nvPr/>
        </p:nvSpPr>
        <p:spPr>
          <a:xfrm>
            <a:off x="402336" y="2820924"/>
            <a:ext cx="192024" cy="192024"/>
          </a:xfrm>
          <a:prstGeom prst="ellipse">
            <a:avLst/>
          </a:prstGeom>
          <a:solidFill>
            <a:srgbClr val="0944A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6" name="TextBox 255"/>
          <p:cNvSpPr txBox="1"/>
          <p:nvPr/>
        </p:nvSpPr>
        <p:spPr>
          <a:xfrm>
            <a:off x="694944" y="3200400"/>
            <a:ext cx="6729984" cy="448056"/>
          </a:xfrm>
          <a:prstGeom prst="rect">
            <a:avLst/>
          </a:prstGeom>
          <a:noFill/>
        </p:spPr>
        <p:txBody>
          <a:bodyPr wrap="square" lIns="82296" rIns="36576" tIns="18288" bIns="18288">
            <a:norm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350" b="0">
                <a:solidFill>
                  <a:srgbClr val="000000"/>
                </a:solidFill>
                <a:latin typeface="Montserrat"/>
              </a:rPr>
              <a:t>Candidate chunks are retrieved with MMR, then reranked for direct relevance.</a:t>
            </a:r>
          </a:p>
        </p:txBody>
      </p:sp>
      <p:sp>
        <p:nvSpPr>
          <p:cNvPr id="257" name="Oval 256"/>
          <p:cNvSpPr/>
          <p:nvPr/>
        </p:nvSpPr>
        <p:spPr>
          <a:xfrm>
            <a:off x="402336" y="3300984"/>
            <a:ext cx="192024" cy="192024"/>
          </a:xfrm>
          <a:prstGeom prst="ellipse">
            <a:avLst/>
          </a:prstGeom>
          <a:solidFill>
            <a:srgbClr val="0944A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8" name="TextBox 257"/>
          <p:cNvSpPr txBox="1"/>
          <p:nvPr/>
        </p:nvSpPr>
        <p:spPr>
          <a:xfrm>
            <a:off x="694944" y="3680460"/>
            <a:ext cx="6729984" cy="256032"/>
          </a:xfrm>
          <a:prstGeom prst="rect">
            <a:avLst/>
          </a:prstGeom>
          <a:noFill/>
        </p:spPr>
        <p:txBody>
          <a:bodyPr wrap="square" lIns="82296" rIns="36576" tIns="18288" bIns="18288">
            <a:norm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350" b="1">
                <a:solidFill>
                  <a:srgbClr val="0E39A9"/>
                </a:solidFill>
                <a:latin typeface="Montserrat"/>
              </a:rPr>
              <a:t>Relevant evidence</a:t>
            </a:r>
          </a:p>
        </p:txBody>
      </p:sp>
      <p:sp>
        <p:nvSpPr>
          <p:cNvPr id="259" name="TextBox 258"/>
          <p:cNvSpPr txBox="1"/>
          <p:nvPr/>
        </p:nvSpPr>
        <p:spPr>
          <a:xfrm>
            <a:off x="694944" y="3968496"/>
            <a:ext cx="6729984" cy="256032"/>
          </a:xfrm>
          <a:prstGeom prst="rect">
            <a:avLst/>
          </a:prstGeom>
          <a:noFill/>
        </p:spPr>
        <p:txBody>
          <a:bodyPr wrap="square" lIns="82296" rIns="36576" tIns="18288" bIns="18288">
            <a:norm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350" b="0">
                <a:solidFill>
                  <a:srgbClr val="000000"/>
                </a:solidFill>
                <a:latin typeface="Montserrat"/>
              </a:rPr>
              <a:t>ASH-ATL Midtown: self parking, $28 per night.</a:t>
            </a:r>
          </a:p>
        </p:txBody>
      </p:sp>
      <p:sp>
        <p:nvSpPr>
          <p:cNvPr id="260" name="Oval 259"/>
          <p:cNvSpPr/>
          <p:nvPr/>
        </p:nvSpPr>
        <p:spPr>
          <a:xfrm>
            <a:off x="402336" y="4069080"/>
            <a:ext cx="192024" cy="192024"/>
          </a:xfrm>
          <a:prstGeom prst="ellipse">
            <a:avLst/>
          </a:prstGeom>
          <a:solidFill>
            <a:srgbClr val="0944A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1" name="TextBox 260"/>
          <p:cNvSpPr txBox="1"/>
          <p:nvPr/>
        </p:nvSpPr>
        <p:spPr>
          <a:xfrm>
            <a:off x="694944" y="4256532"/>
            <a:ext cx="6729984" cy="256032"/>
          </a:xfrm>
          <a:prstGeom prst="rect">
            <a:avLst/>
          </a:prstGeom>
          <a:noFill/>
        </p:spPr>
        <p:txBody>
          <a:bodyPr wrap="square" lIns="82296" rIns="36576" tIns="18288" bIns="18288">
            <a:norm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350" b="0">
                <a:solidFill>
                  <a:srgbClr val="000000"/>
                </a:solidFill>
                <a:latin typeface="Montserrat"/>
              </a:rPr>
              <a:t>ASH-MIA Brickell: valet, $55 per night.</a:t>
            </a:r>
          </a:p>
        </p:txBody>
      </p:sp>
      <p:sp>
        <p:nvSpPr>
          <p:cNvPr id="262" name="Oval 261"/>
          <p:cNvSpPr/>
          <p:nvPr/>
        </p:nvSpPr>
        <p:spPr>
          <a:xfrm>
            <a:off x="402336" y="4357116"/>
            <a:ext cx="192024" cy="192024"/>
          </a:xfrm>
          <a:prstGeom prst="ellipse">
            <a:avLst/>
          </a:prstGeom>
          <a:solidFill>
            <a:srgbClr val="0944A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3" name="TextBox 262"/>
          <p:cNvSpPr txBox="1"/>
          <p:nvPr/>
        </p:nvSpPr>
        <p:spPr>
          <a:xfrm>
            <a:off x="694944" y="4544568"/>
            <a:ext cx="6729984" cy="182880"/>
          </a:xfrm>
          <a:prstGeom prst="rect">
            <a:avLst/>
          </a:prstGeom>
          <a:noFill/>
        </p:spPr>
        <p:txBody>
          <a:bodyPr wrap="square" lIns="82296" rIns="36576" tIns="18288" bIns="18288">
            <a:norm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350" b="0">
                <a:solidFill>
                  <a:srgbClr val="000000"/>
                </a:solidFill>
                <a:latin typeface="Montserrat"/>
              </a:rPr>
              <a:t>The final context contains the two requested property rows instead of unrelated policy sections.</a:t>
            </a:r>
          </a:p>
        </p:txBody>
      </p:sp>
      <p:sp>
        <p:nvSpPr>
          <p:cNvPr id="264" name="Oval 263"/>
          <p:cNvSpPr/>
          <p:nvPr/>
        </p:nvSpPr>
        <p:spPr>
          <a:xfrm>
            <a:off x="402336" y="4645152"/>
            <a:ext cx="192024" cy="192024"/>
          </a:xfrm>
          <a:prstGeom prst="ellipse">
            <a:avLst/>
          </a:prstGeom>
          <a:solidFill>
            <a:srgbClr val="0944A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5" name="TextBox 264"/>
          <p:cNvSpPr txBox="1"/>
          <p:nvPr/>
        </p:nvSpPr>
        <p:spPr>
          <a:xfrm>
            <a:off x="8339327" y="4818888"/>
            <a:ext cx="384048" cy="146304"/>
          </a:xfrm>
          <a:prstGeom prst="rect">
            <a:avLst/>
          </a:prstGeom>
          <a:noFill/>
        </p:spPr>
        <p:txBody>
          <a:bodyPr wrap="none" lIns="0" rIns="0">
            <a:spAutoFit/>
          </a:bodyPr>
          <a:lstStyle/>
          <a:p>
            <a:pPr algn="r">
              <a:spcBef>
                <a:spcPts val="0"/>
              </a:spcBef>
              <a:spcAft>
                <a:spcPts val="0"/>
              </a:spcAft>
            </a:pPr>
            <a:r>
              <a:rPr sz="720" b="1">
                <a:solidFill>
                  <a:srgbClr val="646973"/>
                </a:solidFill>
                <a:latin typeface="Montserrat"/>
              </a:rPr>
              <a:t>11</a:t>
            </a:r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253" name="Shape 25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4" name="Google Shape;254;p46"/>
          <p:cNvSpPr txBox="1"/>
          <p:nvPr>
            <p:ph type="title"/>
          </p:nvPr>
        </p:nvSpPr>
        <p:spPr>
          <a:xfrm>
            <a:off x="202550" y="289279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r>
              <a:rPr sz="2200" b="1">
                <a:solidFill>
                  <a:srgbClr val="0E39A9"/>
                </a:solidFill>
                <a:latin typeface="Montserrat"/>
              </a:rPr>
              <a:t>RAG - Generation System - Load the LLM</a:t>
            </a:r>
          </a:p>
        </p:txBody>
      </p:sp>
      <p:sp>
        <p:nvSpPr>
          <p:cNvPr id="255" name="Rectangle 254"/>
          <p:cNvSpPr/>
          <p:nvPr/>
        </p:nvSpPr>
        <p:spPr>
          <a:xfrm>
            <a:off x="502920" y="1005840"/>
            <a:ext cx="8138160" cy="32004"/>
          </a:xfrm>
          <a:prstGeom prst="rect">
            <a:avLst/>
          </a:prstGeom>
          <a:solidFill>
            <a:srgbClr val="0E39A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6" name="TextBox 255"/>
          <p:cNvSpPr txBox="1"/>
          <p:nvPr/>
        </p:nvSpPr>
        <p:spPr>
          <a:xfrm>
            <a:off x="694944" y="1325880"/>
            <a:ext cx="6080760" cy="256032"/>
          </a:xfrm>
          <a:prstGeom prst="rect">
            <a:avLst/>
          </a:prstGeom>
          <a:noFill/>
        </p:spPr>
        <p:txBody>
          <a:bodyPr wrap="square" lIns="82296" rIns="36576" tIns="18288" bIns="18288">
            <a:norm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350" b="0">
                <a:solidFill>
                  <a:srgbClr val="000000"/>
                </a:solidFill>
                <a:latin typeface="Montserrat"/>
              </a:rPr>
              <a:t>Generator: OpenAI-compatible ChatOpenAI wrapper.</a:t>
            </a:r>
          </a:p>
        </p:txBody>
      </p:sp>
      <p:sp>
        <p:nvSpPr>
          <p:cNvPr id="257" name="Oval 256"/>
          <p:cNvSpPr/>
          <p:nvPr/>
        </p:nvSpPr>
        <p:spPr>
          <a:xfrm>
            <a:off x="402336" y="1426464"/>
            <a:ext cx="192024" cy="192024"/>
          </a:xfrm>
          <a:prstGeom prst="ellipse">
            <a:avLst/>
          </a:prstGeom>
          <a:solidFill>
            <a:srgbClr val="0944A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8" name="TextBox 257"/>
          <p:cNvSpPr txBox="1"/>
          <p:nvPr/>
        </p:nvSpPr>
        <p:spPr>
          <a:xfrm>
            <a:off x="694944" y="1613916"/>
            <a:ext cx="6080760" cy="256032"/>
          </a:xfrm>
          <a:prstGeom prst="rect">
            <a:avLst/>
          </a:prstGeom>
          <a:noFill/>
        </p:spPr>
        <p:txBody>
          <a:bodyPr wrap="square" lIns="82296" rIns="36576" tIns="18288" bIns="18288">
            <a:norm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350" b="0">
                <a:solidFill>
                  <a:srgbClr val="000000"/>
                </a:solidFill>
                <a:latin typeface="Montserrat"/>
              </a:rPr>
              <a:t>Model: gpt-4o-mini.</a:t>
            </a:r>
          </a:p>
        </p:txBody>
      </p:sp>
      <p:sp>
        <p:nvSpPr>
          <p:cNvPr id="259" name="Oval 258"/>
          <p:cNvSpPr/>
          <p:nvPr/>
        </p:nvSpPr>
        <p:spPr>
          <a:xfrm>
            <a:off x="402336" y="1714500"/>
            <a:ext cx="192024" cy="192024"/>
          </a:xfrm>
          <a:prstGeom prst="ellipse">
            <a:avLst/>
          </a:prstGeom>
          <a:solidFill>
            <a:srgbClr val="0944A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0" name="TextBox 259"/>
          <p:cNvSpPr txBox="1"/>
          <p:nvPr/>
        </p:nvSpPr>
        <p:spPr>
          <a:xfrm>
            <a:off x="694944" y="1901952"/>
            <a:ext cx="6080760" cy="256032"/>
          </a:xfrm>
          <a:prstGeom prst="rect">
            <a:avLst/>
          </a:prstGeom>
          <a:noFill/>
        </p:spPr>
        <p:txBody>
          <a:bodyPr wrap="square" lIns="82296" rIns="36576" tIns="18288" bIns="18288">
            <a:norm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350" b="0">
                <a:solidFill>
                  <a:srgbClr val="000000"/>
                </a:solidFill>
                <a:latin typeface="Montserrat"/>
              </a:rPr>
              <a:t>temperature=0.0 | top_p=1.0 | max_tokens=512.</a:t>
            </a:r>
          </a:p>
        </p:txBody>
      </p:sp>
      <p:sp>
        <p:nvSpPr>
          <p:cNvPr id="261" name="Oval 260"/>
          <p:cNvSpPr/>
          <p:nvPr/>
        </p:nvSpPr>
        <p:spPr>
          <a:xfrm>
            <a:off x="402336" y="2002536"/>
            <a:ext cx="192024" cy="192024"/>
          </a:xfrm>
          <a:prstGeom prst="ellipse">
            <a:avLst/>
          </a:prstGeom>
          <a:solidFill>
            <a:srgbClr val="0944A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2" name="TextBox 261"/>
          <p:cNvSpPr txBox="1"/>
          <p:nvPr/>
        </p:nvSpPr>
        <p:spPr>
          <a:xfrm>
            <a:off x="694944" y="2189988"/>
            <a:ext cx="6080760" cy="448056"/>
          </a:xfrm>
          <a:prstGeom prst="rect">
            <a:avLst/>
          </a:prstGeom>
          <a:noFill/>
        </p:spPr>
        <p:txBody>
          <a:bodyPr wrap="square" lIns="82296" rIns="36576" tIns="18288" bIns="18288">
            <a:norm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350" b="0">
                <a:solidFill>
                  <a:srgbClr val="000000"/>
                </a:solidFill>
                <a:latin typeface="Montserrat"/>
              </a:rPr>
              <a:t>API key and base URL are loaded from environment/configuration rather than hard-coded.</a:t>
            </a:r>
          </a:p>
        </p:txBody>
      </p:sp>
      <p:sp>
        <p:nvSpPr>
          <p:cNvPr id="263" name="Oval 262"/>
          <p:cNvSpPr/>
          <p:nvPr/>
        </p:nvSpPr>
        <p:spPr>
          <a:xfrm>
            <a:off x="402336" y="2290572"/>
            <a:ext cx="192024" cy="192024"/>
          </a:xfrm>
          <a:prstGeom prst="ellipse">
            <a:avLst/>
          </a:prstGeom>
          <a:solidFill>
            <a:srgbClr val="0944A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4" name="TextBox 263"/>
          <p:cNvSpPr txBox="1"/>
          <p:nvPr/>
        </p:nvSpPr>
        <p:spPr>
          <a:xfrm>
            <a:off x="694944" y="2670048"/>
            <a:ext cx="6080760" cy="448056"/>
          </a:xfrm>
          <a:prstGeom prst="rect">
            <a:avLst/>
          </a:prstGeom>
          <a:noFill/>
        </p:spPr>
        <p:txBody>
          <a:bodyPr wrap="square" lIns="82296" rIns="36576" tIns="18288" bIns="18288">
            <a:norm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350" b="0">
                <a:solidFill>
                  <a:srgbClr val="000000"/>
                </a:solidFill>
                <a:latin typeface="Montserrat"/>
              </a:rPr>
              <a:t>Deterministic settings favor repeatable, concise policy answers for evaluation and operations.</a:t>
            </a:r>
          </a:p>
        </p:txBody>
      </p:sp>
      <p:sp>
        <p:nvSpPr>
          <p:cNvPr id="265" name="Oval 264"/>
          <p:cNvSpPr/>
          <p:nvPr/>
        </p:nvSpPr>
        <p:spPr>
          <a:xfrm>
            <a:off x="402336" y="2770632"/>
            <a:ext cx="192024" cy="192024"/>
          </a:xfrm>
          <a:prstGeom prst="ellipse">
            <a:avLst/>
          </a:prstGeom>
          <a:solidFill>
            <a:srgbClr val="0944A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6" name="Rounded Rectangle 265"/>
          <p:cNvSpPr/>
          <p:nvPr/>
        </p:nvSpPr>
        <p:spPr>
          <a:xfrm>
            <a:off x="6967728" y="1783080"/>
            <a:ext cx="1627632" cy="2514600"/>
          </a:xfrm>
          <a:prstGeom prst="roundRect">
            <a:avLst/>
          </a:prstGeom>
          <a:solidFill>
            <a:srgbClr val="F8FAFE"/>
          </a:solidFill>
          <a:ln w="12700">
            <a:solidFill>
              <a:srgbClr val="BECBE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7" name="TextBox 266"/>
          <p:cNvSpPr txBox="1"/>
          <p:nvPr/>
        </p:nvSpPr>
        <p:spPr>
          <a:xfrm>
            <a:off x="7040880" y="1856231"/>
            <a:ext cx="1481328" cy="201168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>
              <a:spcBef>
                <a:spcPts val="0"/>
              </a:spcBef>
              <a:spcAft>
                <a:spcPts val="0"/>
              </a:spcAft>
            </a:pPr>
            <a:r>
              <a:rPr sz="760" b="1">
                <a:solidFill>
                  <a:srgbClr val="0E39A9"/>
                </a:solidFill>
                <a:latin typeface="Montserrat"/>
              </a:rPr>
              <a:t>GENERATION / LLM</a:t>
            </a:r>
          </a:p>
        </p:txBody>
      </p:sp>
      <p:sp>
        <p:nvSpPr>
          <p:cNvPr id="268" name="Rounded Rectangle 267"/>
          <p:cNvSpPr/>
          <p:nvPr/>
        </p:nvSpPr>
        <p:spPr>
          <a:xfrm>
            <a:off x="7196328" y="2240280"/>
            <a:ext cx="1170432" cy="402336"/>
          </a:xfrm>
          <a:prstGeom prst="roundRect">
            <a:avLst/>
          </a:prstGeom>
          <a:solidFill>
            <a:srgbClr val="E8EFFF"/>
          </a:solidFill>
          <a:ln w="10160">
            <a:solidFill>
              <a:srgbClr val="0E39A9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7432" rIns="27432" tIns="9144" bIns="9144"/>
          <a:lstStyle/>
          <a:p>
            <a:pPr algn="ctr">
              <a:spcBef>
                <a:spcPts val="0"/>
              </a:spcBef>
              <a:spcAft>
                <a:spcPts val="0"/>
              </a:spcAft>
            </a:pPr>
            <a:r>
              <a:rPr sz="610" b="1">
                <a:solidFill>
                  <a:srgbClr val="000000"/>
                </a:solidFill>
                <a:latin typeface="Montserrat"/>
              </a:rPr>
              <a:t>Question +</a:t>
            </a:r>
          </a:p>
          <a:p>
            <a:pPr algn="ctr">
              <a:spcBef>
                <a:spcPts val="0"/>
              </a:spcBef>
              <a:spcAft>
                <a:spcPts val="0"/>
              </a:spcAft>
            </a:pPr>
            <a:r>
              <a:rPr sz="610" b="1">
                <a:solidFill>
                  <a:srgbClr val="000000"/>
                </a:solidFill>
                <a:latin typeface="Montserrat"/>
              </a:rPr>
              <a:t>retrieved context</a:t>
            </a:r>
          </a:p>
        </p:txBody>
      </p:sp>
      <p:sp>
        <p:nvSpPr>
          <p:cNvPr id="269" name="Chevron 268"/>
          <p:cNvSpPr/>
          <p:nvPr/>
        </p:nvSpPr>
        <p:spPr>
          <a:xfrm>
            <a:off x="7699248" y="2715768"/>
            <a:ext cx="164592" cy="146304"/>
          </a:xfrm>
          <a:prstGeom prst="chevron">
            <a:avLst/>
          </a:prstGeom>
          <a:solidFill>
            <a:srgbClr val="96A0A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0" name="Oval 269"/>
          <p:cNvSpPr/>
          <p:nvPr/>
        </p:nvSpPr>
        <p:spPr>
          <a:xfrm>
            <a:off x="7461504" y="2907791"/>
            <a:ext cx="658368" cy="658368"/>
          </a:xfrm>
          <a:prstGeom prst="ellipse">
            <a:avLst/>
          </a:prstGeom>
          <a:solidFill>
            <a:srgbClr val="E6F7F6"/>
          </a:solidFill>
          <a:ln w="12700">
            <a:solidFill>
              <a:srgbClr val="009CA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spcBef>
                <a:spcPts val="0"/>
              </a:spcBef>
              <a:spcAft>
                <a:spcPts val="0"/>
              </a:spcAft>
            </a:pPr>
            <a:r>
              <a:rPr sz="620" b="1">
                <a:solidFill>
                  <a:srgbClr val="0E39A9"/>
                </a:solidFill>
                <a:latin typeface="Montserrat"/>
              </a:rPr>
              <a:t>GPT-4o</a:t>
            </a:r>
          </a:p>
          <a:p>
            <a:pPr algn="ctr">
              <a:spcBef>
                <a:spcPts val="0"/>
              </a:spcBef>
              <a:spcAft>
                <a:spcPts val="0"/>
              </a:spcAft>
            </a:pPr>
            <a:r>
              <a:rPr sz="620" b="1">
                <a:solidFill>
                  <a:srgbClr val="0E39A9"/>
                </a:solidFill>
                <a:latin typeface="Montserrat"/>
              </a:rPr>
              <a:t>-mini</a:t>
            </a:r>
          </a:p>
        </p:txBody>
      </p:sp>
      <p:sp>
        <p:nvSpPr>
          <p:cNvPr id="271" name="Chevron 270"/>
          <p:cNvSpPr/>
          <p:nvPr/>
        </p:nvSpPr>
        <p:spPr>
          <a:xfrm>
            <a:off x="7699248" y="3630168"/>
            <a:ext cx="164592" cy="146304"/>
          </a:xfrm>
          <a:prstGeom prst="chevron">
            <a:avLst/>
          </a:prstGeom>
          <a:solidFill>
            <a:srgbClr val="96A0A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2" name="Rounded Rectangle 271"/>
          <p:cNvSpPr/>
          <p:nvPr/>
        </p:nvSpPr>
        <p:spPr>
          <a:xfrm>
            <a:off x="7333488" y="3813048"/>
            <a:ext cx="896112" cy="384048"/>
          </a:xfrm>
          <a:prstGeom prst="roundRect">
            <a:avLst/>
          </a:prstGeom>
          <a:solidFill>
            <a:srgbClr val="ECF8F0"/>
          </a:solidFill>
          <a:ln w="10160">
            <a:solidFill>
              <a:srgbClr val="1F7752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7432" rIns="27432" tIns="9144" bIns="9144"/>
          <a:lstStyle/>
          <a:p>
            <a:pPr algn="ctr">
              <a:spcBef>
                <a:spcPts val="0"/>
              </a:spcBef>
              <a:spcAft>
                <a:spcPts val="0"/>
              </a:spcAft>
            </a:pPr>
            <a:r>
              <a:rPr sz="640" b="1">
                <a:solidFill>
                  <a:srgbClr val="000000"/>
                </a:solidFill>
                <a:latin typeface="Montserrat"/>
              </a:rPr>
              <a:t>Grounded</a:t>
            </a:r>
          </a:p>
          <a:p>
            <a:pPr algn="ctr">
              <a:spcBef>
                <a:spcPts val="0"/>
              </a:spcBef>
              <a:spcAft>
                <a:spcPts val="0"/>
              </a:spcAft>
            </a:pPr>
            <a:r>
              <a:rPr sz="640" b="1">
                <a:solidFill>
                  <a:srgbClr val="000000"/>
                </a:solidFill>
                <a:latin typeface="Montserrat"/>
              </a:rPr>
              <a:t>answer</a:t>
            </a:r>
          </a:p>
        </p:txBody>
      </p:sp>
      <p:sp>
        <p:nvSpPr>
          <p:cNvPr id="273" name="TextBox 272"/>
          <p:cNvSpPr txBox="1"/>
          <p:nvPr/>
        </p:nvSpPr>
        <p:spPr>
          <a:xfrm>
            <a:off x="7077456" y="2066543"/>
            <a:ext cx="1408176" cy="128016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>
              <a:spcBef>
                <a:spcPts val="0"/>
              </a:spcBef>
              <a:spcAft>
                <a:spcPts val="0"/>
              </a:spcAft>
            </a:pPr>
            <a:r>
              <a:rPr sz="590" i="1">
                <a:solidFill>
                  <a:srgbClr val="5A5A5A"/>
                </a:solidFill>
                <a:latin typeface="Montserrat"/>
              </a:rPr>
              <a:t>context-only prompt</a:t>
            </a:r>
          </a:p>
        </p:txBody>
      </p:sp>
      <p:sp>
        <p:nvSpPr>
          <p:cNvPr id="274" name="TextBox 273"/>
          <p:cNvSpPr txBox="1"/>
          <p:nvPr/>
        </p:nvSpPr>
        <p:spPr>
          <a:xfrm>
            <a:off x="8339327" y="4818888"/>
            <a:ext cx="384048" cy="146304"/>
          </a:xfrm>
          <a:prstGeom prst="rect">
            <a:avLst/>
          </a:prstGeom>
          <a:noFill/>
        </p:spPr>
        <p:txBody>
          <a:bodyPr wrap="none" lIns="0" rIns="0">
            <a:spAutoFit/>
          </a:bodyPr>
          <a:lstStyle/>
          <a:p>
            <a:pPr algn="r">
              <a:spcBef>
                <a:spcPts val="0"/>
              </a:spcBef>
              <a:spcAft>
                <a:spcPts val="0"/>
              </a:spcAft>
            </a:pPr>
            <a:r>
              <a:rPr sz="720" b="1">
                <a:solidFill>
                  <a:srgbClr val="646973"/>
                </a:solidFill>
                <a:latin typeface="Montserrat"/>
              </a:rPr>
              <a:t>12</a:t>
            </a:r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261" name="Shape 26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62" name="Google Shape;262;p47"/>
          <p:cNvSpPr txBox="1"/>
          <p:nvPr>
            <p:ph type="title"/>
          </p:nvPr>
        </p:nvSpPr>
        <p:spPr>
          <a:xfrm>
            <a:off x="202550" y="289279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r>
              <a:rPr sz="2200" b="1">
                <a:solidFill>
                  <a:srgbClr val="0E39A9"/>
                </a:solidFill>
                <a:latin typeface="Montserrat"/>
              </a:rPr>
              <a:t>RAG - Generation System - Generation Prompt</a:t>
            </a:r>
          </a:p>
        </p:txBody>
      </p:sp>
      <p:sp>
        <p:nvSpPr>
          <p:cNvPr id="263" name="Rectangle 262"/>
          <p:cNvSpPr/>
          <p:nvPr/>
        </p:nvSpPr>
        <p:spPr>
          <a:xfrm>
            <a:off x="502920" y="1005840"/>
            <a:ext cx="8138160" cy="32004"/>
          </a:xfrm>
          <a:prstGeom prst="rect">
            <a:avLst/>
          </a:prstGeom>
          <a:solidFill>
            <a:srgbClr val="0E39A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4" name="TextBox 263"/>
          <p:cNvSpPr txBox="1"/>
          <p:nvPr/>
        </p:nvSpPr>
        <p:spPr>
          <a:xfrm>
            <a:off x="694944" y="1325880"/>
            <a:ext cx="6080760" cy="448056"/>
          </a:xfrm>
          <a:prstGeom prst="rect">
            <a:avLst/>
          </a:prstGeom>
          <a:noFill/>
        </p:spPr>
        <p:txBody>
          <a:bodyPr wrap="square" lIns="82296" rIns="36576" tIns="18288" bIns="18288">
            <a:norm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350" b="0">
                <a:solidFill>
                  <a:srgbClr val="000000"/>
                </a:solidFill>
                <a:latin typeface="Montserrat"/>
              </a:rPr>
              <a:t>Prompt inputs: user query + retrieved policy information.</a:t>
            </a:r>
          </a:p>
        </p:txBody>
      </p:sp>
      <p:sp>
        <p:nvSpPr>
          <p:cNvPr id="265" name="Oval 264"/>
          <p:cNvSpPr/>
          <p:nvPr/>
        </p:nvSpPr>
        <p:spPr>
          <a:xfrm>
            <a:off x="402336" y="1426464"/>
            <a:ext cx="192024" cy="192024"/>
          </a:xfrm>
          <a:prstGeom prst="ellipse">
            <a:avLst/>
          </a:prstGeom>
          <a:solidFill>
            <a:srgbClr val="0944A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6" name="TextBox 265"/>
          <p:cNvSpPr txBox="1"/>
          <p:nvPr/>
        </p:nvSpPr>
        <p:spPr>
          <a:xfrm>
            <a:off x="694944" y="1805940"/>
            <a:ext cx="6080760" cy="448056"/>
          </a:xfrm>
          <a:prstGeom prst="rect">
            <a:avLst/>
          </a:prstGeom>
          <a:noFill/>
        </p:spPr>
        <p:txBody>
          <a:bodyPr wrap="square" lIns="82296" rIns="36576" tIns="18288" bIns="18288">
            <a:norm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350" b="0">
                <a:solidFill>
                  <a:srgbClr val="000000"/>
                </a:solidFill>
                <a:latin typeface="Montserrat"/>
              </a:rPr>
              <a:t>Prompt excerpt: "You are the Aurora Stays policy assistant. Use only the retrieved policy context to answer."</a:t>
            </a:r>
          </a:p>
        </p:txBody>
      </p:sp>
      <p:sp>
        <p:nvSpPr>
          <p:cNvPr id="267" name="Oval 266"/>
          <p:cNvSpPr/>
          <p:nvPr/>
        </p:nvSpPr>
        <p:spPr>
          <a:xfrm>
            <a:off x="402336" y="1906524"/>
            <a:ext cx="192024" cy="192024"/>
          </a:xfrm>
          <a:prstGeom prst="ellipse">
            <a:avLst/>
          </a:prstGeom>
          <a:solidFill>
            <a:srgbClr val="0944A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8" name="TextBox 267"/>
          <p:cNvSpPr txBox="1"/>
          <p:nvPr/>
        </p:nvSpPr>
        <p:spPr>
          <a:xfrm>
            <a:off x="694944" y="2286000"/>
            <a:ext cx="6080760" cy="448056"/>
          </a:xfrm>
          <a:prstGeom prst="rect">
            <a:avLst/>
          </a:prstGeom>
          <a:noFill/>
        </p:spPr>
        <p:txBody>
          <a:bodyPr wrap="square" lIns="82296" rIns="36576" tIns="18288" bIns="18288">
            <a:norm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350" b="0">
                <a:solidFill>
                  <a:srgbClr val="000000"/>
                </a:solidFill>
                <a:latin typeface="Montserrat"/>
              </a:rPr>
              <a:t>Use only information explicitly supported by retrieved policy text.</a:t>
            </a:r>
          </a:p>
        </p:txBody>
      </p:sp>
      <p:sp>
        <p:nvSpPr>
          <p:cNvPr id="269" name="Oval 268"/>
          <p:cNvSpPr/>
          <p:nvPr/>
        </p:nvSpPr>
        <p:spPr>
          <a:xfrm>
            <a:off x="402336" y="2386584"/>
            <a:ext cx="192024" cy="192024"/>
          </a:xfrm>
          <a:prstGeom prst="ellipse">
            <a:avLst/>
          </a:prstGeom>
          <a:solidFill>
            <a:srgbClr val="0944A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0" name="TextBox 269"/>
          <p:cNvSpPr txBox="1"/>
          <p:nvPr/>
        </p:nvSpPr>
        <p:spPr>
          <a:xfrm>
            <a:off x="694944" y="2766060"/>
            <a:ext cx="6080760" cy="448056"/>
          </a:xfrm>
          <a:prstGeom prst="rect">
            <a:avLst/>
          </a:prstGeom>
          <a:noFill/>
        </p:spPr>
        <p:txBody>
          <a:bodyPr wrap="square" lIns="82296" rIns="36576" tIns="18288" bIns="18288">
            <a:norm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350" b="0">
                <a:solidFill>
                  <a:srgbClr val="000000"/>
                </a:solidFill>
                <a:latin typeface="Montserrat"/>
              </a:rPr>
              <a:t>Include relevant conditions, exclusions, limits, exceptions, and coverage details.</a:t>
            </a:r>
          </a:p>
        </p:txBody>
      </p:sp>
      <p:sp>
        <p:nvSpPr>
          <p:cNvPr id="271" name="Oval 270"/>
          <p:cNvSpPr/>
          <p:nvPr/>
        </p:nvSpPr>
        <p:spPr>
          <a:xfrm>
            <a:off x="402336" y="2866644"/>
            <a:ext cx="192024" cy="192024"/>
          </a:xfrm>
          <a:prstGeom prst="ellipse">
            <a:avLst/>
          </a:prstGeom>
          <a:solidFill>
            <a:srgbClr val="0944A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2" name="TextBox 271"/>
          <p:cNvSpPr txBox="1"/>
          <p:nvPr/>
        </p:nvSpPr>
        <p:spPr>
          <a:xfrm>
            <a:off x="694944" y="3246120"/>
            <a:ext cx="6080760" cy="448056"/>
          </a:xfrm>
          <a:prstGeom prst="rect">
            <a:avLst/>
          </a:prstGeom>
          <a:noFill/>
        </p:spPr>
        <p:txBody>
          <a:bodyPr wrap="square" lIns="82296" rIns="36576" tIns="18288" bIns="18288">
            <a:norm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350" b="0">
                <a:solidFill>
                  <a:srgbClr val="000000"/>
                </a:solidFill>
                <a:latin typeface="Montserrat"/>
              </a:rPr>
              <a:t>Focus on the question; omit unrelated content and do not invent facts.</a:t>
            </a:r>
          </a:p>
        </p:txBody>
      </p:sp>
      <p:sp>
        <p:nvSpPr>
          <p:cNvPr id="273" name="Oval 272"/>
          <p:cNvSpPr/>
          <p:nvPr/>
        </p:nvSpPr>
        <p:spPr>
          <a:xfrm>
            <a:off x="402336" y="3346703"/>
            <a:ext cx="192024" cy="192024"/>
          </a:xfrm>
          <a:prstGeom prst="ellipse">
            <a:avLst/>
          </a:prstGeom>
          <a:solidFill>
            <a:srgbClr val="0944A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4" name="TextBox 273"/>
          <p:cNvSpPr txBox="1"/>
          <p:nvPr/>
        </p:nvSpPr>
        <p:spPr>
          <a:xfrm>
            <a:off x="694944" y="3726180"/>
            <a:ext cx="6080760" cy="649224"/>
          </a:xfrm>
          <a:prstGeom prst="rect">
            <a:avLst/>
          </a:prstGeom>
          <a:noFill/>
        </p:spPr>
        <p:txBody>
          <a:bodyPr wrap="square" lIns="82296" rIns="36576" tIns="18288" bIns="18288">
            <a:norm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350" b="0">
                <a:solidFill>
                  <a:srgbClr val="000000"/>
                </a:solidFill>
                <a:latin typeface="Montserrat"/>
              </a:rPr>
              <a:t>If evidence is insufficient, return: The available policy documents do not contain enough information to answer this question.</a:t>
            </a:r>
          </a:p>
        </p:txBody>
      </p:sp>
      <p:sp>
        <p:nvSpPr>
          <p:cNvPr id="275" name="Oval 274"/>
          <p:cNvSpPr/>
          <p:nvPr/>
        </p:nvSpPr>
        <p:spPr>
          <a:xfrm>
            <a:off x="402336" y="3826764"/>
            <a:ext cx="192024" cy="192024"/>
          </a:xfrm>
          <a:prstGeom prst="ellipse">
            <a:avLst/>
          </a:prstGeom>
          <a:solidFill>
            <a:srgbClr val="0944A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6" name="TextBox 275"/>
          <p:cNvSpPr txBox="1"/>
          <p:nvPr/>
        </p:nvSpPr>
        <p:spPr>
          <a:xfrm>
            <a:off x="694944" y="4407408"/>
            <a:ext cx="6080760" cy="274319"/>
          </a:xfrm>
          <a:prstGeom prst="rect">
            <a:avLst/>
          </a:prstGeom>
          <a:noFill/>
        </p:spPr>
        <p:txBody>
          <a:bodyPr wrap="square" lIns="82296" rIns="36576" tIns="18288" bIns="18288">
            <a:norm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350" b="0">
                <a:solidFill>
                  <a:srgbClr val="000000"/>
                </a:solidFill>
                <a:latin typeface="Montserrat"/>
              </a:rPr>
              <a:t>Additional guards focus Advance Purchase, Accessible King, and late-checkout questions on their relevant evidence.</a:t>
            </a:r>
          </a:p>
        </p:txBody>
      </p:sp>
      <p:sp>
        <p:nvSpPr>
          <p:cNvPr id="277" name="Oval 276"/>
          <p:cNvSpPr/>
          <p:nvPr/>
        </p:nvSpPr>
        <p:spPr>
          <a:xfrm>
            <a:off x="402336" y="4507992"/>
            <a:ext cx="192024" cy="192024"/>
          </a:xfrm>
          <a:prstGeom prst="ellipse">
            <a:avLst/>
          </a:prstGeom>
          <a:solidFill>
            <a:srgbClr val="0944A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8" name="Rounded Rectangle 277"/>
          <p:cNvSpPr/>
          <p:nvPr/>
        </p:nvSpPr>
        <p:spPr>
          <a:xfrm>
            <a:off x="6967728" y="1783080"/>
            <a:ext cx="1627632" cy="2514600"/>
          </a:xfrm>
          <a:prstGeom prst="roundRect">
            <a:avLst/>
          </a:prstGeom>
          <a:solidFill>
            <a:srgbClr val="F8FAFE"/>
          </a:solidFill>
          <a:ln w="12700">
            <a:solidFill>
              <a:srgbClr val="BECBE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9" name="TextBox 278"/>
          <p:cNvSpPr txBox="1"/>
          <p:nvPr/>
        </p:nvSpPr>
        <p:spPr>
          <a:xfrm>
            <a:off x="7040880" y="1856231"/>
            <a:ext cx="1481328" cy="201168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>
              <a:spcBef>
                <a:spcPts val="0"/>
              </a:spcBef>
              <a:spcAft>
                <a:spcPts val="0"/>
              </a:spcAft>
            </a:pPr>
            <a:r>
              <a:rPr sz="760" b="1">
                <a:solidFill>
                  <a:srgbClr val="0E39A9"/>
                </a:solidFill>
                <a:latin typeface="Montserrat"/>
              </a:rPr>
              <a:t>GENERATION / LLM</a:t>
            </a:r>
          </a:p>
        </p:txBody>
      </p:sp>
      <p:sp>
        <p:nvSpPr>
          <p:cNvPr id="280" name="Rounded Rectangle 279"/>
          <p:cNvSpPr/>
          <p:nvPr/>
        </p:nvSpPr>
        <p:spPr>
          <a:xfrm>
            <a:off x="7196328" y="2240280"/>
            <a:ext cx="1170432" cy="402336"/>
          </a:xfrm>
          <a:prstGeom prst="roundRect">
            <a:avLst/>
          </a:prstGeom>
          <a:solidFill>
            <a:srgbClr val="E8EFFF"/>
          </a:solidFill>
          <a:ln w="10160">
            <a:solidFill>
              <a:srgbClr val="0E39A9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7432" rIns="27432" tIns="9144" bIns="9144"/>
          <a:lstStyle/>
          <a:p>
            <a:pPr algn="ctr">
              <a:spcBef>
                <a:spcPts val="0"/>
              </a:spcBef>
              <a:spcAft>
                <a:spcPts val="0"/>
              </a:spcAft>
            </a:pPr>
            <a:r>
              <a:rPr sz="610" b="1">
                <a:solidFill>
                  <a:srgbClr val="000000"/>
                </a:solidFill>
                <a:latin typeface="Montserrat"/>
              </a:rPr>
              <a:t>Question +</a:t>
            </a:r>
          </a:p>
          <a:p>
            <a:pPr algn="ctr">
              <a:spcBef>
                <a:spcPts val="0"/>
              </a:spcBef>
              <a:spcAft>
                <a:spcPts val="0"/>
              </a:spcAft>
            </a:pPr>
            <a:r>
              <a:rPr sz="610" b="1">
                <a:solidFill>
                  <a:srgbClr val="000000"/>
                </a:solidFill>
                <a:latin typeface="Montserrat"/>
              </a:rPr>
              <a:t>retrieved context</a:t>
            </a:r>
          </a:p>
        </p:txBody>
      </p:sp>
      <p:sp>
        <p:nvSpPr>
          <p:cNvPr id="281" name="Chevron 280"/>
          <p:cNvSpPr/>
          <p:nvPr/>
        </p:nvSpPr>
        <p:spPr>
          <a:xfrm>
            <a:off x="7699248" y="2715768"/>
            <a:ext cx="164592" cy="146304"/>
          </a:xfrm>
          <a:prstGeom prst="chevron">
            <a:avLst/>
          </a:prstGeom>
          <a:solidFill>
            <a:srgbClr val="96A0A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2" name="Oval 281"/>
          <p:cNvSpPr/>
          <p:nvPr/>
        </p:nvSpPr>
        <p:spPr>
          <a:xfrm>
            <a:off x="7461504" y="2907791"/>
            <a:ext cx="658368" cy="658368"/>
          </a:xfrm>
          <a:prstGeom prst="ellipse">
            <a:avLst/>
          </a:prstGeom>
          <a:solidFill>
            <a:srgbClr val="E6F7F6"/>
          </a:solidFill>
          <a:ln w="12700">
            <a:solidFill>
              <a:srgbClr val="009CA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spcBef>
                <a:spcPts val="0"/>
              </a:spcBef>
              <a:spcAft>
                <a:spcPts val="0"/>
              </a:spcAft>
            </a:pPr>
            <a:r>
              <a:rPr sz="620" b="1">
                <a:solidFill>
                  <a:srgbClr val="0E39A9"/>
                </a:solidFill>
                <a:latin typeface="Montserrat"/>
              </a:rPr>
              <a:t>GPT-4o</a:t>
            </a:r>
          </a:p>
          <a:p>
            <a:pPr algn="ctr">
              <a:spcBef>
                <a:spcPts val="0"/>
              </a:spcBef>
              <a:spcAft>
                <a:spcPts val="0"/>
              </a:spcAft>
            </a:pPr>
            <a:r>
              <a:rPr sz="620" b="1">
                <a:solidFill>
                  <a:srgbClr val="0E39A9"/>
                </a:solidFill>
                <a:latin typeface="Montserrat"/>
              </a:rPr>
              <a:t>-mini</a:t>
            </a:r>
          </a:p>
        </p:txBody>
      </p:sp>
      <p:sp>
        <p:nvSpPr>
          <p:cNvPr id="283" name="Chevron 282"/>
          <p:cNvSpPr/>
          <p:nvPr/>
        </p:nvSpPr>
        <p:spPr>
          <a:xfrm>
            <a:off x="7699248" y="3630168"/>
            <a:ext cx="164592" cy="146304"/>
          </a:xfrm>
          <a:prstGeom prst="chevron">
            <a:avLst/>
          </a:prstGeom>
          <a:solidFill>
            <a:srgbClr val="96A0A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4" name="Rounded Rectangle 283"/>
          <p:cNvSpPr/>
          <p:nvPr/>
        </p:nvSpPr>
        <p:spPr>
          <a:xfrm>
            <a:off x="7333488" y="3813048"/>
            <a:ext cx="896112" cy="384048"/>
          </a:xfrm>
          <a:prstGeom prst="roundRect">
            <a:avLst/>
          </a:prstGeom>
          <a:solidFill>
            <a:srgbClr val="ECF8F0"/>
          </a:solidFill>
          <a:ln w="10160">
            <a:solidFill>
              <a:srgbClr val="1F7752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7432" rIns="27432" tIns="9144" bIns="9144"/>
          <a:lstStyle/>
          <a:p>
            <a:pPr algn="ctr">
              <a:spcBef>
                <a:spcPts val="0"/>
              </a:spcBef>
              <a:spcAft>
                <a:spcPts val="0"/>
              </a:spcAft>
            </a:pPr>
            <a:r>
              <a:rPr sz="640" b="1">
                <a:solidFill>
                  <a:srgbClr val="000000"/>
                </a:solidFill>
                <a:latin typeface="Montserrat"/>
              </a:rPr>
              <a:t>Grounded</a:t>
            </a:r>
          </a:p>
          <a:p>
            <a:pPr algn="ctr">
              <a:spcBef>
                <a:spcPts val="0"/>
              </a:spcBef>
              <a:spcAft>
                <a:spcPts val="0"/>
              </a:spcAft>
            </a:pPr>
            <a:r>
              <a:rPr sz="640" b="1">
                <a:solidFill>
                  <a:srgbClr val="000000"/>
                </a:solidFill>
                <a:latin typeface="Montserrat"/>
              </a:rPr>
              <a:t>answer</a:t>
            </a:r>
          </a:p>
        </p:txBody>
      </p:sp>
      <p:sp>
        <p:nvSpPr>
          <p:cNvPr id="285" name="TextBox 284"/>
          <p:cNvSpPr txBox="1"/>
          <p:nvPr/>
        </p:nvSpPr>
        <p:spPr>
          <a:xfrm>
            <a:off x="7077456" y="2066543"/>
            <a:ext cx="1408176" cy="128016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>
              <a:spcBef>
                <a:spcPts val="0"/>
              </a:spcBef>
              <a:spcAft>
                <a:spcPts val="0"/>
              </a:spcAft>
            </a:pPr>
            <a:r>
              <a:rPr sz="590" i="1">
                <a:solidFill>
                  <a:srgbClr val="5A5A5A"/>
                </a:solidFill>
                <a:latin typeface="Montserrat"/>
              </a:rPr>
              <a:t>context-only prompt</a:t>
            </a:r>
          </a:p>
        </p:txBody>
      </p:sp>
      <p:sp>
        <p:nvSpPr>
          <p:cNvPr id="286" name="TextBox 285"/>
          <p:cNvSpPr txBox="1"/>
          <p:nvPr/>
        </p:nvSpPr>
        <p:spPr>
          <a:xfrm>
            <a:off x="8339327" y="4818888"/>
            <a:ext cx="384048" cy="146304"/>
          </a:xfrm>
          <a:prstGeom prst="rect">
            <a:avLst/>
          </a:prstGeom>
          <a:noFill/>
        </p:spPr>
        <p:txBody>
          <a:bodyPr wrap="none" lIns="0" rIns="0">
            <a:spAutoFit/>
          </a:bodyPr>
          <a:lstStyle/>
          <a:p>
            <a:pPr algn="r">
              <a:spcBef>
                <a:spcPts val="0"/>
              </a:spcBef>
              <a:spcAft>
                <a:spcPts val="0"/>
              </a:spcAft>
            </a:pPr>
            <a:r>
              <a:rPr sz="720" b="1">
                <a:solidFill>
                  <a:srgbClr val="646973"/>
                </a:solidFill>
                <a:latin typeface="Montserrat"/>
              </a:rPr>
              <a:t>13</a:t>
            </a:r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269" name="Shape 26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70" name="Google Shape;270;p48"/>
          <p:cNvSpPr txBox="1"/>
          <p:nvPr>
            <p:ph type="title"/>
          </p:nvPr>
        </p:nvSpPr>
        <p:spPr>
          <a:xfrm>
            <a:off x="202550" y="289279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r>
              <a:rPr sz="2200" b="1">
                <a:solidFill>
                  <a:srgbClr val="0E39A9"/>
                </a:solidFill>
                <a:latin typeface="Montserrat"/>
              </a:rPr>
              <a:t>RAG - Generation System - RAG Function</a:t>
            </a:r>
          </a:p>
        </p:txBody>
      </p:sp>
      <p:sp>
        <p:nvSpPr>
          <p:cNvPr id="271" name="Rectangle 270"/>
          <p:cNvSpPr/>
          <p:nvPr/>
        </p:nvSpPr>
        <p:spPr>
          <a:xfrm>
            <a:off x="502920" y="1005840"/>
            <a:ext cx="8138160" cy="32004"/>
          </a:xfrm>
          <a:prstGeom prst="rect">
            <a:avLst/>
          </a:prstGeom>
          <a:solidFill>
            <a:srgbClr val="0E39A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2" name="TextBox 271"/>
          <p:cNvSpPr txBox="1"/>
          <p:nvPr/>
        </p:nvSpPr>
        <p:spPr>
          <a:xfrm>
            <a:off x="694944" y="1325880"/>
            <a:ext cx="6729984" cy="448056"/>
          </a:xfrm>
          <a:prstGeom prst="rect">
            <a:avLst/>
          </a:prstGeom>
          <a:noFill/>
        </p:spPr>
        <p:txBody>
          <a:bodyPr wrap="square" lIns="82296" rIns="36576" tIns="18288" bIns="18288">
            <a:norm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350" b="0">
                <a:solidFill>
                  <a:srgbClr val="000000"/>
                </a:solidFill>
                <a:latin typeface="Montserrat"/>
              </a:rPr>
              <a:t>Pipeline: query -&gt; retrieve top-k chunks -&gt; generate grounded answer -&gt; return answer and evidence.</a:t>
            </a:r>
          </a:p>
        </p:txBody>
      </p:sp>
      <p:sp>
        <p:nvSpPr>
          <p:cNvPr id="273" name="Oval 272"/>
          <p:cNvSpPr/>
          <p:nvPr/>
        </p:nvSpPr>
        <p:spPr>
          <a:xfrm>
            <a:off x="402336" y="1426464"/>
            <a:ext cx="192024" cy="192024"/>
          </a:xfrm>
          <a:prstGeom prst="ellipse">
            <a:avLst/>
          </a:prstGeom>
          <a:solidFill>
            <a:srgbClr val="0944A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4" name="TextBox 273"/>
          <p:cNvSpPr txBox="1"/>
          <p:nvPr/>
        </p:nvSpPr>
        <p:spPr>
          <a:xfrm>
            <a:off x="694944" y="1805940"/>
            <a:ext cx="6729984" cy="448056"/>
          </a:xfrm>
          <a:prstGeom prst="rect">
            <a:avLst/>
          </a:prstGeom>
          <a:noFill/>
        </p:spPr>
        <p:txBody>
          <a:bodyPr wrap="square" lIns="82296" rIns="36576" tIns="18288" bIns="18288">
            <a:norm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350" b="0">
                <a:solidFill>
                  <a:srgbClr val="000000"/>
                </a:solidFill>
                <a:latin typeface="Montserrat"/>
              </a:rPr>
              <a:t>Example query: What is the cancellation policy for a flexible reservation?</a:t>
            </a:r>
          </a:p>
        </p:txBody>
      </p:sp>
      <p:sp>
        <p:nvSpPr>
          <p:cNvPr id="275" name="Oval 274"/>
          <p:cNvSpPr/>
          <p:nvPr/>
        </p:nvSpPr>
        <p:spPr>
          <a:xfrm>
            <a:off x="402336" y="1906524"/>
            <a:ext cx="192024" cy="192024"/>
          </a:xfrm>
          <a:prstGeom prst="ellipse">
            <a:avLst/>
          </a:prstGeom>
          <a:solidFill>
            <a:srgbClr val="0944A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6" name="TextBox 275"/>
          <p:cNvSpPr txBox="1"/>
          <p:nvPr/>
        </p:nvSpPr>
        <p:spPr>
          <a:xfrm>
            <a:off x="694944" y="2286000"/>
            <a:ext cx="6729984" cy="850392"/>
          </a:xfrm>
          <a:prstGeom prst="rect">
            <a:avLst/>
          </a:prstGeom>
          <a:noFill/>
        </p:spPr>
        <p:txBody>
          <a:bodyPr wrap="square" lIns="82296" rIns="36576" tIns="18288" bIns="18288">
            <a:norm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350" b="0">
                <a:solidFill>
                  <a:srgbClr val="000000"/>
                </a:solidFill>
                <a:latin typeface="Montserrat"/>
              </a:rPr>
              <a:t>Example answer: Flexible rates can normally be canceled by 6:00 PM local property time one day before arrival without a room charge. Later cancellation or no-show may be charged one night plus tax; the confirmation controls if it differs.</a:t>
            </a:r>
          </a:p>
        </p:txBody>
      </p:sp>
      <p:sp>
        <p:nvSpPr>
          <p:cNvPr id="277" name="Oval 276"/>
          <p:cNvSpPr/>
          <p:nvPr/>
        </p:nvSpPr>
        <p:spPr>
          <a:xfrm>
            <a:off x="402336" y="2386584"/>
            <a:ext cx="192024" cy="192024"/>
          </a:xfrm>
          <a:prstGeom prst="ellipse">
            <a:avLst/>
          </a:prstGeom>
          <a:solidFill>
            <a:srgbClr val="0944A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8" name="TextBox 277"/>
          <p:cNvSpPr txBox="1"/>
          <p:nvPr/>
        </p:nvSpPr>
        <p:spPr>
          <a:xfrm>
            <a:off x="694944" y="3168396"/>
            <a:ext cx="6729984" cy="448056"/>
          </a:xfrm>
          <a:prstGeom prst="rect">
            <a:avLst/>
          </a:prstGeom>
          <a:noFill/>
        </p:spPr>
        <p:txBody>
          <a:bodyPr wrap="square" lIns="82296" rIns="36576" tIns="18288" bIns="18288">
            <a:norm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350" b="0">
                <a:solidFill>
                  <a:srgbClr val="000000"/>
                </a:solidFill>
                <a:latin typeface="Montserrat"/>
              </a:rPr>
              <a:t>The response endpoint can return the answer alone or the answer plus relevant chunks for verification.</a:t>
            </a:r>
          </a:p>
        </p:txBody>
      </p:sp>
      <p:sp>
        <p:nvSpPr>
          <p:cNvPr id="279" name="Oval 278"/>
          <p:cNvSpPr/>
          <p:nvPr/>
        </p:nvSpPr>
        <p:spPr>
          <a:xfrm>
            <a:off x="402336" y="3268979"/>
            <a:ext cx="192024" cy="192024"/>
          </a:xfrm>
          <a:prstGeom prst="ellipse">
            <a:avLst/>
          </a:prstGeom>
          <a:solidFill>
            <a:srgbClr val="0944A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0" name="TextBox 279"/>
          <p:cNvSpPr txBox="1"/>
          <p:nvPr/>
        </p:nvSpPr>
        <p:spPr>
          <a:xfrm>
            <a:off x="8339327" y="4818888"/>
            <a:ext cx="384048" cy="146304"/>
          </a:xfrm>
          <a:prstGeom prst="rect">
            <a:avLst/>
          </a:prstGeom>
          <a:noFill/>
        </p:spPr>
        <p:txBody>
          <a:bodyPr wrap="none" lIns="0" rIns="0">
            <a:spAutoFit/>
          </a:bodyPr>
          <a:lstStyle/>
          <a:p>
            <a:pPr algn="r">
              <a:spcBef>
                <a:spcPts val="0"/>
              </a:spcBef>
              <a:spcAft>
                <a:spcPts val="0"/>
              </a:spcAft>
            </a:pPr>
            <a:r>
              <a:rPr sz="720" b="1">
                <a:solidFill>
                  <a:srgbClr val="646973"/>
                </a:solidFill>
                <a:latin typeface="Montserrat"/>
              </a:rPr>
              <a:t>14</a:t>
            </a:r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277" name="Shape 27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78" name="Google Shape;278;p49"/>
          <p:cNvSpPr txBox="1"/>
          <p:nvPr>
            <p:ph type="title"/>
          </p:nvPr>
        </p:nvSpPr>
        <p:spPr>
          <a:xfrm>
            <a:off x="202550" y="289279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r>
              <a:rPr sz="2200" b="1">
                <a:solidFill>
                  <a:srgbClr val="0E39A9"/>
                </a:solidFill>
                <a:latin typeface="Montserrat"/>
              </a:rPr>
              <a:t>Evaluation - Load the Evaluation Data</a:t>
            </a:r>
          </a:p>
        </p:txBody>
      </p:sp>
      <p:sp>
        <p:nvSpPr>
          <p:cNvPr id="279" name="Rectangle 278"/>
          <p:cNvSpPr/>
          <p:nvPr/>
        </p:nvSpPr>
        <p:spPr>
          <a:xfrm>
            <a:off x="502920" y="1005840"/>
            <a:ext cx="8138160" cy="32004"/>
          </a:xfrm>
          <a:prstGeom prst="rect">
            <a:avLst/>
          </a:prstGeom>
          <a:solidFill>
            <a:srgbClr val="0E39A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0" name="TextBox 279"/>
          <p:cNvSpPr txBox="1"/>
          <p:nvPr/>
        </p:nvSpPr>
        <p:spPr>
          <a:xfrm>
            <a:off x="694944" y="1325880"/>
            <a:ext cx="6729984" cy="256032"/>
          </a:xfrm>
          <a:prstGeom prst="rect">
            <a:avLst/>
          </a:prstGeom>
          <a:noFill/>
        </p:spPr>
        <p:txBody>
          <a:bodyPr wrap="square" lIns="82296" rIns="36576" tIns="18288" bIns="18288">
            <a:norm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350" b="0">
                <a:solidFill>
                  <a:srgbClr val="000000"/>
                </a:solidFill>
                <a:latin typeface="Montserrat"/>
              </a:rPr>
              <a:t>Development evaluation file: data/evaluation.csv.</a:t>
            </a:r>
          </a:p>
        </p:txBody>
      </p:sp>
      <p:sp>
        <p:nvSpPr>
          <p:cNvPr id="281" name="Oval 280"/>
          <p:cNvSpPr/>
          <p:nvPr/>
        </p:nvSpPr>
        <p:spPr>
          <a:xfrm>
            <a:off x="402336" y="1426464"/>
            <a:ext cx="192024" cy="192024"/>
          </a:xfrm>
          <a:prstGeom prst="ellipse">
            <a:avLst/>
          </a:prstGeom>
          <a:solidFill>
            <a:srgbClr val="0944A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2" name="TextBox 281"/>
          <p:cNvSpPr txBox="1"/>
          <p:nvPr/>
        </p:nvSpPr>
        <p:spPr>
          <a:xfrm>
            <a:off x="694944" y="1613916"/>
            <a:ext cx="6729984" cy="448056"/>
          </a:xfrm>
          <a:prstGeom prst="rect">
            <a:avLst/>
          </a:prstGeom>
          <a:noFill/>
        </p:spPr>
        <p:txBody>
          <a:bodyPr wrap="square" lIns="82296" rIns="36576" tIns="18288" bIns="18288">
            <a:norm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350" b="0">
                <a:solidFill>
                  <a:srgbClr val="000000"/>
                </a:solidFill>
                <a:latin typeface="Montserrat"/>
              </a:rPr>
              <a:t>10 records with question, expected answer, and ground-truth relevant context.</a:t>
            </a:r>
          </a:p>
        </p:txBody>
      </p:sp>
      <p:sp>
        <p:nvSpPr>
          <p:cNvPr id="283" name="Oval 282"/>
          <p:cNvSpPr/>
          <p:nvPr/>
        </p:nvSpPr>
        <p:spPr>
          <a:xfrm>
            <a:off x="402336" y="1714500"/>
            <a:ext cx="192024" cy="192024"/>
          </a:xfrm>
          <a:prstGeom prst="ellipse">
            <a:avLst/>
          </a:prstGeom>
          <a:solidFill>
            <a:srgbClr val="0944A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4" name="TextBox 283"/>
          <p:cNvSpPr txBox="1"/>
          <p:nvPr/>
        </p:nvSpPr>
        <p:spPr>
          <a:xfrm>
            <a:off x="694944" y="2093976"/>
            <a:ext cx="6729984" cy="448056"/>
          </a:xfrm>
          <a:prstGeom prst="rect">
            <a:avLst/>
          </a:prstGeom>
          <a:noFill/>
        </p:spPr>
        <p:txBody>
          <a:bodyPr wrap="square" lIns="82296" rIns="36576" tIns="18288" bIns="18288">
            <a:norm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350" b="0">
                <a:solidFill>
                  <a:srgbClr val="000000"/>
                </a:solidFill>
                <a:latin typeface="Montserrat"/>
              </a:rPr>
              <a:t>Sample question: What time can I check in at ASH-CHI Loop, and when do I need to be out?</a:t>
            </a:r>
          </a:p>
        </p:txBody>
      </p:sp>
      <p:sp>
        <p:nvSpPr>
          <p:cNvPr id="285" name="Oval 284"/>
          <p:cNvSpPr/>
          <p:nvPr/>
        </p:nvSpPr>
        <p:spPr>
          <a:xfrm>
            <a:off x="402336" y="2194560"/>
            <a:ext cx="192024" cy="192024"/>
          </a:xfrm>
          <a:prstGeom prst="ellipse">
            <a:avLst/>
          </a:prstGeom>
          <a:solidFill>
            <a:srgbClr val="0944A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6" name="TextBox 285"/>
          <p:cNvSpPr txBox="1"/>
          <p:nvPr/>
        </p:nvSpPr>
        <p:spPr>
          <a:xfrm>
            <a:off x="694944" y="2574036"/>
            <a:ext cx="6729984" cy="649224"/>
          </a:xfrm>
          <a:prstGeom prst="rect">
            <a:avLst/>
          </a:prstGeom>
          <a:noFill/>
        </p:spPr>
        <p:txBody>
          <a:bodyPr wrap="square" lIns="82296" rIns="36576" tIns="18288" bIns="18288">
            <a:norm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350" b="0">
                <a:solidFill>
                  <a:srgbClr val="000000"/>
                </a:solidFill>
                <a:latin typeface="Montserrat"/>
              </a:rPr>
              <a:t>Expected answer: Standard check-in is 3:00 PM and standard check-out is 12:00 PM local property time; early arrival and late departure depend on availability and approval.</a:t>
            </a:r>
          </a:p>
        </p:txBody>
      </p:sp>
      <p:sp>
        <p:nvSpPr>
          <p:cNvPr id="287" name="Oval 286"/>
          <p:cNvSpPr/>
          <p:nvPr/>
        </p:nvSpPr>
        <p:spPr>
          <a:xfrm>
            <a:off x="402336" y="2674620"/>
            <a:ext cx="192024" cy="192024"/>
          </a:xfrm>
          <a:prstGeom prst="ellipse">
            <a:avLst/>
          </a:prstGeom>
          <a:solidFill>
            <a:srgbClr val="0944A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8" name="TextBox 287"/>
          <p:cNvSpPr txBox="1"/>
          <p:nvPr/>
        </p:nvSpPr>
        <p:spPr>
          <a:xfrm>
            <a:off x="694944" y="3255264"/>
            <a:ext cx="6729984" cy="448056"/>
          </a:xfrm>
          <a:prstGeom prst="rect">
            <a:avLst/>
          </a:prstGeom>
          <a:noFill/>
        </p:spPr>
        <p:txBody>
          <a:bodyPr wrap="square" lIns="82296" rIns="36576" tIns="18288" bIns="18288">
            <a:norm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350" b="0">
                <a:solidFill>
                  <a:srgbClr val="000000"/>
                </a:solidFill>
                <a:latin typeface="Montserrat"/>
              </a:rPr>
              <a:t>Multi-context records use &lt;&gt; separators so relevant policy sections can be evaluated together.</a:t>
            </a:r>
          </a:p>
        </p:txBody>
      </p:sp>
      <p:sp>
        <p:nvSpPr>
          <p:cNvPr id="289" name="Oval 288"/>
          <p:cNvSpPr/>
          <p:nvPr/>
        </p:nvSpPr>
        <p:spPr>
          <a:xfrm>
            <a:off x="402336" y="3355848"/>
            <a:ext cx="192024" cy="192024"/>
          </a:xfrm>
          <a:prstGeom prst="ellipse">
            <a:avLst/>
          </a:prstGeom>
          <a:solidFill>
            <a:srgbClr val="0944A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90" name="TextBox 289"/>
          <p:cNvSpPr txBox="1"/>
          <p:nvPr/>
        </p:nvSpPr>
        <p:spPr>
          <a:xfrm>
            <a:off x="8339327" y="4818888"/>
            <a:ext cx="384048" cy="146304"/>
          </a:xfrm>
          <a:prstGeom prst="rect">
            <a:avLst/>
          </a:prstGeom>
          <a:noFill/>
        </p:spPr>
        <p:txBody>
          <a:bodyPr wrap="none" lIns="0" rIns="0">
            <a:spAutoFit/>
          </a:bodyPr>
          <a:lstStyle/>
          <a:p>
            <a:pPr algn="r">
              <a:spcBef>
                <a:spcPts val="0"/>
              </a:spcBef>
              <a:spcAft>
                <a:spcPts val="0"/>
              </a:spcAft>
            </a:pPr>
            <a:r>
              <a:rPr sz="720" b="1">
                <a:solidFill>
                  <a:srgbClr val="646973"/>
                </a:solidFill>
                <a:latin typeface="Montserrat"/>
              </a:rPr>
              <a:t>15</a:t>
            </a:r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285" name="Shape 28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86" name="Google Shape;286;p50"/>
          <p:cNvSpPr txBox="1"/>
          <p:nvPr>
            <p:ph type="title"/>
          </p:nvPr>
        </p:nvSpPr>
        <p:spPr>
          <a:xfrm>
            <a:off x="202550" y="289279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r>
              <a:rPr sz="2200" b="1">
                <a:solidFill>
                  <a:srgbClr val="0E39A9"/>
                </a:solidFill>
                <a:latin typeface="Montserrat"/>
              </a:rPr>
              <a:t>Evaluation - Define the Evaluation Model</a:t>
            </a:r>
          </a:p>
        </p:txBody>
      </p:sp>
      <p:sp>
        <p:nvSpPr>
          <p:cNvPr id="287" name="Rectangle 286"/>
          <p:cNvSpPr/>
          <p:nvPr/>
        </p:nvSpPr>
        <p:spPr>
          <a:xfrm>
            <a:off x="502920" y="1005840"/>
            <a:ext cx="8138160" cy="32004"/>
          </a:xfrm>
          <a:prstGeom prst="rect">
            <a:avLst/>
          </a:prstGeom>
          <a:solidFill>
            <a:srgbClr val="0E39A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8" name="TextBox 287"/>
          <p:cNvSpPr txBox="1"/>
          <p:nvPr/>
        </p:nvSpPr>
        <p:spPr>
          <a:xfrm>
            <a:off x="694944" y="1444752"/>
            <a:ext cx="6729984" cy="256032"/>
          </a:xfrm>
          <a:prstGeom prst="rect">
            <a:avLst/>
          </a:prstGeom>
          <a:noFill/>
        </p:spPr>
        <p:txBody>
          <a:bodyPr wrap="square" lIns="82296" rIns="36576" tIns="18288" bIns="18288">
            <a:norm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350" b="0">
                <a:solidFill>
                  <a:srgbClr val="000000"/>
                </a:solidFill>
                <a:latin typeface="Montserrat"/>
              </a:rPr>
              <a:t>Judge model: gpt-4o through the DeepEval OpenAIModel wrapper.</a:t>
            </a:r>
          </a:p>
        </p:txBody>
      </p:sp>
      <p:sp>
        <p:nvSpPr>
          <p:cNvPr id="289" name="Oval 288"/>
          <p:cNvSpPr/>
          <p:nvPr/>
        </p:nvSpPr>
        <p:spPr>
          <a:xfrm>
            <a:off x="402336" y="1545336"/>
            <a:ext cx="192024" cy="192024"/>
          </a:xfrm>
          <a:prstGeom prst="ellipse">
            <a:avLst/>
          </a:prstGeom>
          <a:solidFill>
            <a:srgbClr val="0944A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90" name="TextBox 289"/>
          <p:cNvSpPr txBox="1"/>
          <p:nvPr/>
        </p:nvSpPr>
        <p:spPr>
          <a:xfrm>
            <a:off x="694944" y="1732788"/>
            <a:ext cx="6729984" cy="448056"/>
          </a:xfrm>
          <a:prstGeom prst="rect">
            <a:avLst/>
          </a:prstGeom>
          <a:noFill/>
        </p:spPr>
        <p:txBody>
          <a:bodyPr wrap="square" lIns="82296" rIns="36576" tIns="18288" bIns="18288">
            <a:norm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350" b="0">
                <a:solidFill>
                  <a:srgbClr val="000000"/>
                </a:solidFill>
                <a:latin typeface="Montserrat"/>
              </a:rPr>
              <a:t>The generator remains gpt-4o-mini with temperature=0.0, top_p=1.0, and max_tokens=512.</a:t>
            </a:r>
          </a:p>
        </p:txBody>
      </p:sp>
      <p:sp>
        <p:nvSpPr>
          <p:cNvPr id="291" name="Oval 290"/>
          <p:cNvSpPr/>
          <p:nvPr/>
        </p:nvSpPr>
        <p:spPr>
          <a:xfrm>
            <a:off x="402336" y="1833372"/>
            <a:ext cx="192024" cy="192024"/>
          </a:xfrm>
          <a:prstGeom prst="ellipse">
            <a:avLst/>
          </a:prstGeom>
          <a:solidFill>
            <a:srgbClr val="0944A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92" name="TextBox 291"/>
          <p:cNvSpPr txBox="1"/>
          <p:nvPr/>
        </p:nvSpPr>
        <p:spPr>
          <a:xfrm>
            <a:off x="694944" y="2212848"/>
            <a:ext cx="6729984" cy="649224"/>
          </a:xfrm>
          <a:prstGeom prst="rect">
            <a:avLst/>
          </a:prstGeom>
          <a:noFill/>
        </p:spPr>
        <p:txBody>
          <a:bodyPr wrap="square" lIns="82296" rIns="36576" tIns="18288" bIns="18288">
            <a:norm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350" b="0">
                <a:solidFill>
                  <a:srgbClr val="000000"/>
                </a:solidFill>
                <a:latin typeface="Montserrat"/>
              </a:rPr>
              <a:t>A separate, stronger judge model reduces self-evaluation bias and provides a more independent assessment of generated answers.</a:t>
            </a:r>
          </a:p>
        </p:txBody>
      </p:sp>
      <p:sp>
        <p:nvSpPr>
          <p:cNvPr id="293" name="Oval 292"/>
          <p:cNvSpPr/>
          <p:nvPr/>
        </p:nvSpPr>
        <p:spPr>
          <a:xfrm>
            <a:off x="402336" y="2313432"/>
            <a:ext cx="192024" cy="192024"/>
          </a:xfrm>
          <a:prstGeom prst="ellipse">
            <a:avLst/>
          </a:prstGeom>
          <a:solidFill>
            <a:srgbClr val="0944A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94" name="TextBox 293"/>
          <p:cNvSpPr txBox="1"/>
          <p:nvPr/>
        </p:nvSpPr>
        <p:spPr>
          <a:xfrm>
            <a:off x="694944" y="2894076"/>
            <a:ext cx="6729984" cy="448056"/>
          </a:xfrm>
          <a:prstGeom prst="rect">
            <a:avLst/>
          </a:prstGeom>
          <a:noFill/>
        </p:spPr>
        <p:txBody>
          <a:bodyPr wrap="square" lIns="82296" rIns="36576" tIns="18288" bIns="18288">
            <a:norm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350" b="0">
                <a:solidFill>
                  <a:srgbClr val="000000"/>
                </a:solidFill>
                <a:latin typeface="Montserrat"/>
              </a:rPr>
              <a:t>The judge scores factual support, retrieval coverage, retrieval focus, and answer relevance.</a:t>
            </a:r>
          </a:p>
        </p:txBody>
      </p:sp>
      <p:sp>
        <p:nvSpPr>
          <p:cNvPr id="295" name="Oval 294"/>
          <p:cNvSpPr/>
          <p:nvPr/>
        </p:nvSpPr>
        <p:spPr>
          <a:xfrm>
            <a:off x="402336" y="2994660"/>
            <a:ext cx="192024" cy="192024"/>
          </a:xfrm>
          <a:prstGeom prst="ellipse">
            <a:avLst/>
          </a:prstGeom>
          <a:solidFill>
            <a:srgbClr val="0944A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96" name="TextBox 295"/>
          <p:cNvSpPr txBox="1"/>
          <p:nvPr/>
        </p:nvSpPr>
        <p:spPr>
          <a:xfrm>
            <a:off x="694944" y="3374136"/>
            <a:ext cx="6729984" cy="448056"/>
          </a:xfrm>
          <a:prstGeom prst="rect">
            <a:avLst/>
          </a:prstGeom>
          <a:noFill/>
        </p:spPr>
        <p:txBody>
          <a:bodyPr wrap="square" lIns="82296" rIns="36576" tIns="18288" bIns="18288">
            <a:norm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350" b="0">
                <a:solidFill>
                  <a:srgbClr val="000000"/>
                </a:solidFill>
                <a:latin typeface="Montserrat"/>
              </a:rPr>
              <a:t>Evaluations run synchronously so each test case has a stable, auditable metric result.</a:t>
            </a:r>
          </a:p>
        </p:txBody>
      </p:sp>
      <p:sp>
        <p:nvSpPr>
          <p:cNvPr id="297" name="Oval 296"/>
          <p:cNvSpPr/>
          <p:nvPr/>
        </p:nvSpPr>
        <p:spPr>
          <a:xfrm>
            <a:off x="402336" y="3474720"/>
            <a:ext cx="192024" cy="192024"/>
          </a:xfrm>
          <a:prstGeom prst="ellipse">
            <a:avLst/>
          </a:prstGeom>
          <a:solidFill>
            <a:srgbClr val="0944A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98" name="TextBox 297"/>
          <p:cNvSpPr txBox="1"/>
          <p:nvPr/>
        </p:nvSpPr>
        <p:spPr>
          <a:xfrm>
            <a:off x="8339327" y="4818888"/>
            <a:ext cx="384048" cy="146304"/>
          </a:xfrm>
          <a:prstGeom prst="rect">
            <a:avLst/>
          </a:prstGeom>
          <a:noFill/>
        </p:spPr>
        <p:txBody>
          <a:bodyPr wrap="none" lIns="0" rIns="0">
            <a:spAutoFit/>
          </a:bodyPr>
          <a:lstStyle/>
          <a:p>
            <a:pPr algn="r">
              <a:spcBef>
                <a:spcPts val="0"/>
              </a:spcBef>
              <a:spcAft>
                <a:spcPts val="0"/>
              </a:spcAft>
            </a:pPr>
            <a:r>
              <a:rPr sz="720" b="1">
                <a:solidFill>
                  <a:srgbClr val="646973"/>
                </a:solidFill>
                <a:latin typeface="Montserrat"/>
              </a:rPr>
              <a:t>16</a:t>
            </a:r>
          </a:p>
        </p:txBody>
      </p:sp>
    </p:spTree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293" name="Shape 29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94" name="Google Shape;294;p51"/>
          <p:cNvSpPr txBox="1"/>
          <p:nvPr>
            <p:ph type="title"/>
          </p:nvPr>
        </p:nvSpPr>
        <p:spPr>
          <a:xfrm>
            <a:off x="202550" y="289279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r>
              <a:rPr sz="2200" b="1">
                <a:solidFill>
                  <a:srgbClr val="0E39A9"/>
                </a:solidFill>
                <a:latin typeface="Montserrat"/>
              </a:rPr>
              <a:t>Evaluation - Define the Evaluation Metrics</a:t>
            </a:r>
          </a:p>
        </p:txBody>
      </p:sp>
      <p:sp>
        <p:nvSpPr>
          <p:cNvPr id="295" name="Rectangle 294"/>
          <p:cNvSpPr/>
          <p:nvPr/>
        </p:nvSpPr>
        <p:spPr>
          <a:xfrm>
            <a:off x="502920" y="1005840"/>
            <a:ext cx="8138160" cy="32004"/>
          </a:xfrm>
          <a:prstGeom prst="rect">
            <a:avLst/>
          </a:prstGeom>
          <a:solidFill>
            <a:srgbClr val="0E39A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96" name="TextBox 295"/>
          <p:cNvSpPr txBox="1"/>
          <p:nvPr/>
        </p:nvSpPr>
        <p:spPr>
          <a:xfrm>
            <a:off x="694944" y="1325880"/>
            <a:ext cx="6080760" cy="448056"/>
          </a:xfrm>
          <a:prstGeom prst="rect">
            <a:avLst/>
          </a:prstGeom>
          <a:noFill/>
        </p:spPr>
        <p:txBody>
          <a:bodyPr wrap="square" lIns="82296" rIns="36576" tIns="18288" bIns="18288">
            <a:norm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350" b="0">
                <a:solidFill>
                  <a:srgbClr val="000000"/>
                </a:solidFill>
                <a:latin typeface="Montserrat"/>
              </a:rPr>
              <a:t>Faithfulness &gt;= 0.85: actual answer + retrieved context; every important claim must be supported.</a:t>
            </a:r>
          </a:p>
        </p:txBody>
      </p:sp>
      <p:sp>
        <p:nvSpPr>
          <p:cNvPr id="297" name="Oval 296"/>
          <p:cNvSpPr/>
          <p:nvPr/>
        </p:nvSpPr>
        <p:spPr>
          <a:xfrm>
            <a:off x="402336" y="1426464"/>
            <a:ext cx="192024" cy="192024"/>
          </a:xfrm>
          <a:prstGeom prst="ellipse">
            <a:avLst/>
          </a:prstGeom>
          <a:solidFill>
            <a:srgbClr val="0944A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98" name="TextBox 297"/>
          <p:cNvSpPr txBox="1"/>
          <p:nvPr/>
        </p:nvSpPr>
        <p:spPr>
          <a:xfrm>
            <a:off x="694944" y="1805940"/>
            <a:ext cx="6080760" cy="448056"/>
          </a:xfrm>
          <a:prstGeom prst="rect">
            <a:avLst/>
          </a:prstGeom>
          <a:noFill/>
        </p:spPr>
        <p:txBody>
          <a:bodyPr wrap="square" lIns="82296" rIns="36576" tIns="18288" bIns="18288">
            <a:norm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350" b="0">
                <a:solidFill>
                  <a:srgbClr val="000000"/>
                </a:solidFill>
                <a:latin typeface="Montserrat"/>
              </a:rPr>
              <a:t>Contextual Recall &gt;= 0.80: expected answer + retrieved context; required evidence must be present.</a:t>
            </a:r>
          </a:p>
        </p:txBody>
      </p:sp>
      <p:sp>
        <p:nvSpPr>
          <p:cNvPr id="299" name="Oval 298"/>
          <p:cNvSpPr/>
          <p:nvPr/>
        </p:nvSpPr>
        <p:spPr>
          <a:xfrm>
            <a:off x="402336" y="1906524"/>
            <a:ext cx="192024" cy="192024"/>
          </a:xfrm>
          <a:prstGeom prst="ellipse">
            <a:avLst/>
          </a:prstGeom>
          <a:solidFill>
            <a:srgbClr val="0944A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00" name="TextBox 299"/>
          <p:cNvSpPr txBox="1"/>
          <p:nvPr/>
        </p:nvSpPr>
        <p:spPr>
          <a:xfrm>
            <a:off x="694944" y="2286000"/>
            <a:ext cx="6080760" cy="448056"/>
          </a:xfrm>
          <a:prstGeom prst="rect">
            <a:avLst/>
          </a:prstGeom>
          <a:noFill/>
        </p:spPr>
        <p:txBody>
          <a:bodyPr wrap="square" lIns="82296" rIns="36576" tIns="18288" bIns="18288">
            <a:norm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350" b="0">
                <a:solidFill>
                  <a:srgbClr val="000000"/>
                </a:solidFill>
                <a:latin typeface="Montserrat"/>
              </a:rPr>
              <a:t>Contextual Precision &gt;= 0.75: question + retrieved context; relevant evidence must be prioritized over noise.</a:t>
            </a:r>
          </a:p>
        </p:txBody>
      </p:sp>
      <p:sp>
        <p:nvSpPr>
          <p:cNvPr id="301" name="Oval 300"/>
          <p:cNvSpPr/>
          <p:nvPr/>
        </p:nvSpPr>
        <p:spPr>
          <a:xfrm>
            <a:off x="402336" y="2386584"/>
            <a:ext cx="192024" cy="192024"/>
          </a:xfrm>
          <a:prstGeom prst="ellipse">
            <a:avLst/>
          </a:prstGeom>
          <a:solidFill>
            <a:srgbClr val="0944A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02" name="TextBox 301"/>
          <p:cNvSpPr txBox="1"/>
          <p:nvPr/>
        </p:nvSpPr>
        <p:spPr>
          <a:xfrm>
            <a:off x="694944" y="2766060"/>
            <a:ext cx="6080760" cy="448056"/>
          </a:xfrm>
          <a:prstGeom prst="rect">
            <a:avLst/>
          </a:prstGeom>
          <a:noFill/>
        </p:spPr>
        <p:txBody>
          <a:bodyPr wrap="square" lIns="82296" rIns="36576" tIns="18288" bIns="18288">
            <a:norm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350" b="0">
                <a:solidFill>
                  <a:srgbClr val="000000"/>
                </a:solidFill>
                <a:latin typeface="Montserrat"/>
              </a:rPr>
              <a:t>Answer Relevancy &gt;= 0.75: question + generated answer; the answer must directly address the question.</a:t>
            </a:r>
          </a:p>
        </p:txBody>
      </p:sp>
      <p:sp>
        <p:nvSpPr>
          <p:cNvPr id="303" name="Oval 302"/>
          <p:cNvSpPr/>
          <p:nvPr/>
        </p:nvSpPr>
        <p:spPr>
          <a:xfrm>
            <a:off x="402336" y="2866644"/>
            <a:ext cx="192024" cy="192024"/>
          </a:xfrm>
          <a:prstGeom prst="ellipse">
            <a:avLst/>
          </a:prstGeom>
          <a:solidFill>
            <a:srgbClr val="0944A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04" name="TextBox 303"/>
          <p:cNvSpPr txBox="1"/>
          <p:nvPr/>
        </p:nvSpPr>
        <p:spPr>
          <a:xfrm>
            <a:off x="694944" y="3246120"/>
            <a:ext cx="6080760" cy="448056"/>
          </a:xfrm>
          <a:prstGeom prst="rect">
            <a:avLst/>
          </a:prstGeom>
          <a:noFill/>
        </p:spPr>
        <p:txBody>
          <a:bodyPr wrap="square" lIns="82296" rIns="36576" tIns="18288" bIns="18288">
            <a:norm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350" b="0">
                <a:solidFill>
                  <a:srgbClr val="000000"/>
                </a:solidFill>
                <a:latin typeface="Montserrat"/>
              </a:rPr>
              <a:t>Composite = 0.35F + 0.25Recall + 0.20Precision + 0.20Relevancy.</a:t>
            </a:r>
          </a:p>
        </p:txBody>
      </p:sp>
      <p:sp>
        <p:nvSpPr>
          <p:cNvPr id="305" name="Oval 304"/>
          <p:cNvSpPr/>
          <p:nvPr/>
        </p:nvSpPr>
        <p:spPr>
          <a:xfrm>
            <a:off x="402336" y="3346703"/>
            <a:ext cx="192024" cy="192024"/>
          </a:xfrm>
          <a:prstGeom prst="ellipse">
            <a:avLst/>
          </a:prstGeom>
          <a:solidFill>
            <a:srgbClr val="0944A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06" name="TextBox 305"/>
          <p:cNvSpPr txBox="1"/>
          <p:nvPr/>
        </p:nvSpPr>
        <p:spPr>
          <a:xfrm>
            <a:off x="694944" y="3726180"/>
            <a:ext cx="6080760" cy="448056"/>
          </a:xfrm>
          <a:prstGeom prst="rect">
            <a:avLst/>
          </a:prstGeom>
          <a:noFill/>
        </p:spPr>
        <p:txBody>
          <a:bodyPr wrap="square" lIns="82296" rIns="36576" tIns="18288" bIns="18288">
            <a:norm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350" b="0">
                <a:solidFill>
                  <a:srgbClr val="000000"/>
                </a:solidFill>
                <a:latin typeface="Montserrat"/>
              </a:rPr>
              <a:t>A case passes only when all four metric thresholds are met.</a:t>
            </a:r>
          </a:p>
        </p:txBody>
      </p:sp>
      <p:sp>
        <p:nvSpPr>
          <p:cNvPr id="307" name="Oval 306"/>
          <p:cNvSpPr/>
          <p:nvPr/>
        </p:nvSpPr>
        <p:spPr>
          <a:xfrm>
            <a:off x="402336" y="3826764"/>
            <a:ext cx="192024" cy="192024"/>
          </a:xfrm>
          <a:prstGeom prst="ellipse">
            <a:avLst/>
          </a:prstGeom>
          <a:solidFill>
            <a:srgbClr val="0944A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08" name="Rounded Rectangle 307"/>
          <p:cNvSpPr/>
          <p:nvPr/>
        </p:nvSpPr>
        <p:spPr>
          <a:xfrm>
            <a:off x="6967728" y="1783080"/>
            <a:ext cx="1627632" cy="2514600"/>
          </a:xfrm>
          <a:prstGeom prst="roundRect">
            <a:avLst/>
          </a:prstGeom>
          <a:solidFill>
            <a:srgbClr val="F8FAFE"/>
          </a:solidFill>
          <a:ln w="12700">
            <a:solidFill>
              <a:srgbClr val="BECBE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09" name="TextBox 308"/>
          <p:cNvSpPr txBox="1"/>
          <p:nvPr/>
        </p:nvSpPr>
        <p:spPr>
          <a:xfrm>
            <a:off x="7040880" y="1856231"/>
            <a:ext cx="1481328" cy="201168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>
              <a:spcBef>
                <a:spcPts val="0"/>
              </a:spcBef>
              <a:spcAft>
                <a:spcPts val="0"/>
              </a:spcAft>
            </a:pPr>
            <a:r>
              <a:rPr sz="760" b="1">
                <a:solidFill>
                  <a:srgbClr val="0E39A9"/>
                </a:solidFill>
                <a:latin typeface="Montserrat"/>
              </a:rPr>
              <a:t>EVALUATION</a:t>
            </a:r>
          </a:p>
        </p:txBody>
      </p:sp>
      <p:sp>
        <p:nvSpPr>
          <p:cNvPr id="310" name="TextBox 309"/>
          <p:cNvSpPr txBox="1"/>
          <p:nvPr/>
        </p:nvSpPr>
        <p:spPr>
          <a:xfrm>
            <a:off x="7077456" y="2240280"/>
            <a:ext cx="256032" cy="18288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/>
            <a:r>
              <a:rPr sz="680" b="1">
                <a:solidFill>
                  <a:srgbClr val="0E39A9"/>
                </a:solidFill>
                <a:latin typeface="Montserrat"/>
              </a:rPr>
              <a:t>F</a:t>
            </a:r>
          </a:p>
        </p:txBody>
      </p:sp>
      <p:sp>
        <p:nvSpPr>
          <p:cNvPr id="311" name="Rectangle 310"/>
          <p:cNvSpPr/>
          <p:nvPr/>
        </p:nvSpPr>
        <p:spPr>
          <a:xfrm>
            <a:off x="7388352" y="2267712"/>
            <a:ext cx="987552" cy="109728"/>
          </a:xfrm>
          <a:prstGeom prst="rect">
            <a:avLst/>
          </a:prstGeom>
          <a:solidFill>
            <a:srgbClr val="E1E6F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12" name="Rectangle 311"/>
          <p:cNvSpPr/>
          <p:nvPr/>
        </p:nvSpPr>
        <p:spPr>
          <a:xfrm>
            <a:off x="7388352" y="2267712"/>
            <a:ext cx="980639" cy="109728"/>
          </a:xfrm>
          <a:prstGeom prst="rect">
            <a:avLst/>
          </a:prstGeom>
          <a:solidFill>
            <a:srgbClr val="0E39A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13" name="TextBox 312"/>
          <p:cNvSpPr txBox="1"/>
          <p:nvPr/>
        </p:nvSpPr>
        <p:spPr>
          <a:xfrm>
            <a:off x="8412480" y="2231136"/>
            <a:ext cx="128016" cy="164592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/>
            <a:r>
              <a:rPr sz="580">
                <a:solidFill>
                  <a:srgbClr val="000000"/>
                </a:solidFill>
                <a:latin typeface="Montserrat"/>
              </a:rPr>
              <a:t>0.99</a:t>
            </a:r>
          </a:p>
        </p:txBody>
      </p:sp>
      <p:sp>
        <p:nvSpPr>
          <p:cNvPr id="314" name="TextBox 313"/>
          <p:cNvSpPr txBox="1"/>
          <p:nvPr/>
        </p:nvSpPr>
        <p:spPr>
          <a:xfrm>
            <a:off x="7077456" y="2633472"/>
            <a:ext cx="256032" cy="18288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/>
            <a:r>
              <a:rPr sz="680" b="1">
                <a:solidFill>
                  <a:srgbClr val="009CA6"/>
                </a:solidFill>
                <a:latin typeface="Montserrat"/>
              </a:rPr>
              <a:t>R</a:t>
            </a:r>
          </a:p>
        </p:txBody>
      </p:sp>
      <p:sp>
        <p:nvSpPr>
          <p:cNvPr id="315" name="Rectangle 314"/>
          <p:cNvSpPr/>
          <p:nvPr/>
        </p:nvSpPr>
        <p:spPr>
          <a:xfrm>
            <a:off x="7388352" y="2660904"/>
            <a:ext cx="987552" cy="109728"/>
          </a:xfrm>
          <a:prstGeom prst="rect">
            <a:avLst/>
          </a:prstGeom>
          <a:solidFill>
            <a:srgbClr val="E1E6F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16" name="Rectangle 315"/>
          <p:cNvSpPr/>
          <p:nvPr/>
        </p:nvSpPr>
        <p:spPr>
          <a:xfrm>
            <a:off x="7388352" y="2660904"/>
            <a:ext cx="944099" cy="109728"/>
          </a:xfrm>
          <a:prstGeom prst="rect">
            <a:avLst/>
          </a:prstGeom>
          <a:solidFill>
            <a:srgbClr val="009CA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17" name="TextBox 316"/>
          <p:cNvSpPr txBox="1"/>
          <p:nvPr/>
        </p:nvSpPr>
        <p:spPr>
          <a:xfrm>
            <a:off x="8412480" y="2624328"/>
            <a:ext cx="128016" cy="164592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/>
            <a:r>
              <a:rPr sz="580">
                <a:solidFill>
                  <a:srgbClr val="000000"/>
                </a:solidFill>
                <a:latin typeface="Montserrat"/>
              </a:rPr>
              <a:t>0.96</a:t>
            </a:r>
          </a:p>
        </p:txBody>
      </p:sp>
      <p:sp>
        <p:nvSpPr>
          <p:cNvPr id="318" name="TextBox 317"/>
          <p:cNvSpPr txBox="1"/>
          <p:nvPr/>
        </p:nvSpPr>
        <p:spPr>
          <a:xfrm>
            <a:off x="7077456" y="3026664"/>
            <a:ext cx="256032" cy="18288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/>
            <a:r>
              <a:rPr sz="680" b="1">
                <a:solidFill>
                  <a:srgbClr val="CA9128"/>
                </a:solidFill>
                <a:latin typeface="Montserrat"/>
              </a:rPr>
              <a:t>P</a:t>
            </a:r>
          </a:p>
        </p:txBody>
      </p:sp>
      <p:sp>
        <p:nvSpPr>
          <p:cNvPr id="319" name="Rectangle 318"/>
          <p:cNvSpPr/>
          <p:nvPr/>
        </p:nvSpPr>
        <p:spPr>
          <a:xfrm>
            <a:off x="7388352" y="3054096"/>
            <a:ext cx="987552" cy="109728"/>
          </a:xfrm>
          <a:prstGeom prst="rect">
            <a:avLst/>
          </a:prstGeom>
          <a:solidFill>
            <a:srgbClr val="E1E6F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20" name="Rectangle 319"/>
          <p:cNvSpPr/>
          <p:nvPr/>
        </p:nvSpPr>
        <p:spPr>
          <a:xfrm>
            <a:off x="7388352" y="3054096"/>
            <a:ext cx="771278" cy="109728"/>
          </a:xfrm>
          <a:prstGeom prst="rect">
            <a:avLst/>
          </a:prstGeom>
          <a:solidFill>
            <a:srgbClr val="CA912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21" name="TextBox 320"/>
          <p:cNvSpPr txBox="1"/>
          <p:nvPr/>
        </p:nvSpPr>
        <p:spPr>
          <a:xfrm>
            <a:off x="8412480" y="3017520"/>
            <a:ext cx="128016" cy="164592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/>
            <a:r>
              <a:rPr sz="580">
                <a:solidFill>
                  <a:srgbClr val="000000"/>
                </a:solidFill>
                <a:latin typeface="Montserrat"/>
              </a:rPr>
              <a:t>0.78</a:t>
            </a:r>
          </a:p>
        </p:txBody>
      </p:sp>
      <p:sp>
        <p:nvSpPr>
          <p:cNvPr id="322" name="TextBox 321"/>
          <p:cNvSpPr txBox="1"/>
          <p:nvPr/>
        </p:nvSpPr>
        <p:spPr>
          <a:xfrm>
            <a:off x="7077456" y="3419856"/>
            <a:ext cx="256032" cy="18288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/>
            <a:r>
              <a:rPr sz="680" b="1">
                <a:solidFill>
                  <a:srgbClr val="1F7752"/>
                </a:solidFill>
                <a:latin typeface="Montserrat"/>
              </a:rPr>
              <a:t>AR</a:t>
            </a:r>
          </a:p>
        </p:txBody>
      </p:sp>
      <p:sp>
        <p:nvSpPr>
          <p:cNvPr id="323" name="Rectangle 322"/>
          <p:cNvSpPr/>
          <p:nvPr/>
        </p:nvSpPr>
        <p:spPr>
          <a:xfrm>
            <a:off x="7388352" y="3447288"/>
            <a:ext cx="987552" cy="109728"/>
          </a:xfrm>
          <a:prstGeom prst="rect">
            <a:avLst/>
          </a:prstGeom>
          <a:solidFill>
            <a:srgbClr val="E1E6F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24" name="Rectangle 323"/>
          <p:cNvSpPr/>
          <p:nvPr/>
        </p:nvSpPr>
        <p:spPr>
          <a:xfrm>
            <a:off x="7388352" y="3447288"/>
            <a:ext cx="918423" cy="109728"/>
          </a:xfrm>
          <a:prstGeom prst="rect">
            <a:avLst/>
          </a:prstGeom>
          <a:solidFill>
            <a:srgbClr val="1F775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25" name="TextBox 324"/>
          <p:cNvSpPr txBox="1"/>
          <p:nvPr/>
        </p:nvSpPr>
        <p:spPr>
          <a:xfrm>
            <a:off x="8412480" y="3410712"/>
            <a:ext cx="128016" cy="164592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/>
            <a:r>
              <a:rPr sz="580">
                <a:solidFill>
                  <a:srgbClr val="000000"/>
                </a:solidFill>
                <a:latin typeface="Montserrat"/>
              </a:rPr>
              <a:t>0.93</a:t>
            </a:r>
          </a:p>
        </p:txBody>
      </p:sp>
      <p:sp>
        <p:nvSpPr>
          <p:cNvPr id="326" name="TextBox 325"/>
          <p:cNvSpPr txBox="1"/>
          <p:nvPr/>
        </p:nvSpPr>
        <p:spPr>
          <a:xfrm>
            <a:off x="7077456" y="3904487"/>
            <a:ext cx="1408176" cy="256032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>
              <a:spcBef>
                <a:spcPts val="0"/>
              </a:spcBef>
              <a:spcAft>
                <a:spcPts val="0"/>
              </a:spcAft>
            </a:pPr>
            <a:r>
              <a:rPr sz="660" b="1">
                <a:solidFill>
                  <a:srgbClr val="0E39A9"/>
                </a:solidFill>
                <a:latin typeface="Montserrat"/>
              </a:rPr>
              <a:t>Held-out averages | 4 gates → pass / review</a:t>
            </a:r>
          </a:p>
        </p:txBody>
      </p:sp>
      <p:sp>
        <p:nvSpPr>
          <p:cNvPr id="327" name="TextBox 326"/>
          <p:cNvSpPr txBox="1"/>
          <p:nvPr/>
        </p:nvSpPr>
        <p:spPr>
          <a:xfrm>
            <a:off x="8339327" y="4818888"/>
            <a:ext cx="384048" cy="146304"/>
          </a:xfrm>
          <a:prstGeom prst="rect">
            <a:avLst/>
          </a:prstGeom>
          <a:noFill/>
        </p:spPr>
        <p:txBody>
          <a:bodyPr wrap="none" lIns="0" rIns="0">
            <a:spAutoFit/>
          </a:bodyPr>
          <a:lstStyle/>
          <a:p>
            <a:pPr algn="r">
              <a:spcBef>
                <a:spcPts val="0"/>
              </a:spcBef>
              <a:spcAft>
                <a:spcPts val="0"/>
              </a:spcAft>
            </a:pPr>
            <a:r>
              <a:rPr sz="720" b="1">
                <a:solidFill>
                  <a:srgbClr val="646973"/>
                </a:solidFill>
                <a:latin typeface="Montserrat"/>
              </a:rPr>
              <a:t>17</a:t>
            </a:r>
          </a:p>
        </p:txBody>
      </p:sp>
    </p:spTree>
  </p:cSld>
  <p:clrMapOvr>
    <a:masterClrMapping/>
  </p:clrMapOvr>
</p:sld>
</file>

<file path=ppt/slides/slide1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301" name="Shape 30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02" name="Google Shape;302;p52"/>
          <p:cNvSpPr txBox="1"/>
          <p:nvPr>
            <p:ph type="title"/>
          </p:nvPr>
        </p:nvSpPr>
        <p:spPr>
          <a:xfrm>
            <a:off x="202550" y="289279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r>
              <a:rPr sz="2200" b="1">
                <a:solidFill>
                  <a:srgbClr val="0E39A9"/>
                </a:solidFill>
                <a:latin typeface="Montserrat"/>
              </a:rPr>
              <a:t>Evaluation - Build and Run the Evaluation</a:t>
            </a:r>
          </a:p>
        </p:txBody>
      </p:sp>
      <p:sp>
        <p:nvSpPr>
          <p:cNvPr id="303" name="Rectangle 302"/>
          <p:cNvSpPr/>
          <p:nvPr/>
        </p:nvSpPr>
        <p:spPr>
          <a:xfrm>
            <a:off x="502920" y="1005840"/>
            <a:ext cx="8138160" cy="32004"/>
          </a:xfrm>
          <a:prstGeom prst="rect">
            <a:avLst/>
          </a:prstGeom>
          <a:solidFill>
            <a:srgbClr val="0E39A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graphicFrame>
        <p:nvGraphicFramePr>
          <p:cNvPr id="304" name="Table 303"/>
          <p:cNvGraphicFramePr>
            <a:graphicFrameLocks noGrp="1"/>
          </p:cNvGraphicFramePr>
          <p:nvPr/>
        </p:nvGraphicFramePr>
        <p:xfrm>
          <a:off x="530352" y="1261872"/>
          <a:ext cx="8083295" cy="297180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874519"/>
                <a:gridCol w="6208776"/>
              </a:tblGrid>
              <a:tr h="297180">
                <a:tc>
                  <a:txBody>
                    <a:bodyPr/>
                    <a:lstStyle/>
                    <a:p>
                      <a:pPr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919" b="1">
                          <a:solidFill>
                            <a:srgbClr val="FFFFFF"/>
                          </a:solidFill>
                          <a:latin typeface="Montserrat"/>
                        </a:rPr>
                        <a:t>Evidence</a:t>
                      </a:r>
                    </a:p>
                  </a:txBody>
                  <a:tcPr marL="54864" marR="54864" marT="18288" marB="18288">
                    <a:solidFill>
                      <a:srgbClr val="0E39A9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t>Evaluation progression and final 120/16 run</a:t>
                      </a:r>
                    </a:p>
                  </a:txBody>
                  <a:tcPr marL="54864" marR="54864" marT="18288" marB="18288">
                    <a:solidFill>
                      <a:srgbClr val="0E39A9"/>
                    </a:solidFill>
                  </a:tcPr>
                </a:tc>
              </a:tr>
              <a:tr h="297180">
                <a:tc>
                  <a:txBody>
                    <a:bodyPr/>
                    <a:lstStyle/>
                    <a:p>
                      <a:pPr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850" b="1">
                          <a:solidFill>
                            <a:srgbClr val="000000"/>
                          </a:solidFill>
                          <a:latin typeface="Montserrat"/>
                        </a:rPr>
                        <a:t>Initial baseline</a:t>
                      </a:r>
                    </a:p>
                  </a:txBody>
                  <a:tcPr marL="54864" marR="54864" marT="18288" marB="18288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t>7/10 passed | 120/16 token-safe chunking run</a:t>
                      </a:r>
                    </a:p>
                  </a:txBody>
                  <a:tcPr marL="54864" marR="54864" marT="18288" marB="18288">
                    <a:solidFill>
                      <a:srgbClr val="FFFFFF"/>
                    </a:solidFill>
                  </a:tcPr>
                </a:tc>
              </a:tr>
              <a:tr h="297180">
                <a:tc>
                  <a:txBody>
                    <a:bodyPr/>
                    <a:lstStyle/>
                    <a:p>
                      <a:pPr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850" b="1">
                          <a:solidFill>
                            <a:srgbClr val="000000"/>
                          </a:solidFill>
                          <a:latin typeface="Montserrat"/>
                        </a:rPr>
                        <a:t>Improvement path</a:t>
                      </a:r>
                    </a:p>
                  </a:txBody>
                  <a:tcPr marL="54864" marR="54864" marT="18288" marB="18288">
                    <a:solidFill>
                      <a:srgbClr val="F2F6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t>120/16 chunks | MMR 0.50 | CrossEncoder | property/topic routing</a:t>
                      </a:r>
                    </a:p>
                  </a:txBody>
                  <a:tcPr marL="54864" marR="54864" marT="18288" marB="18288">
                    <a:solidFill>
                      <a:srgbClr val="F2F6FF"/>
                    </a:solidFill>
                  </a:tcPr>
                </a:tc>
              </a:tr>
              <a:tr h="297180">
                <a:tc>
                  <a:txBody>
                    <a:bodyPr/>
                    <a:lstStyle/>
                    <a:p>
                      <a:pPr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850" b="1">
                          <a:solidFill>
                            <a:srgbClr val="000000"/>
                          </a:solidFill>
                          <a:latin typeface="Montserrat"/>
                        </a:rPr>
                        <a:t>Notebook</a:t>
                      </a:r>
                    </a:p>
                  </a:txBody>
                  <a:tcPr marL="54864" marR="54864" marT="18288" marB="18288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t>Aurora_Stays_RAG_POC_Local_120_16_token_safe_executed.ipynb</a:t>
                      </a:r>
                    </a:p>
                  </a:txBody>
                  <a:tcPr marL="54864" marR="54864" marT="18288" marB="18288">
                    <a:solidFill>
                      <a:srgbClr val="FFFFFF"/>
                    </a:solidFill>
                  </a:tcPr>
                </a:tc>
              </a:tr>
              <a:tr h="297180">
                <a:tc>
                  <a:txBody>
                    <a:bodyPr/>
                    <a:lstStyle/>
                    <a:p>
                      <a:pPr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850" b="1">
                          <a:solidFill>
                            <a:srgbClr val="000000"/>
                          </a:solidFill>
                          <a:latin typeface="Montserrat"/>
                        </a:rPr>
                        <a:t>Cases loaded</a:t>
                      </a:r>
                    </a:p>
                  </a:txBody>
                  <a:tcPr marL="54864" marR="54864" marT="18288" marB="18288">
                    <a:solidFill>
                      <a:srgbClr val="F2F6FF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850" b="0">
                          <a:solidFill>
                            <a:srgbClr val="000000"/>
                          </a:solidFill>
                          <a:latin typeface="Montserrat"/>
                        </a:rPr>
                        <a:t>10 held-out cases</a:t>
                      </a:r>
                    </a:p>
                  </a:txBody>
                  <a:tcPr marL="54864" marR="54864" marT="18288" marB="18288">
                    <a:solidFill>
                      <a:srgbClr val="F2F6FF"/>
                    </a:solidFill>
                  </a:tcPr>
                </a:tc>
              </a:tr>
              <a:tr h="297180">
                <a:tc>
                  <a:txBody>
                    <a:bodyPr/>
                    <a:lstStyle/>
                    <a:p>
                      <a:pPr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850" b="1">
                          <a:solidFill>
                            <a:srgbClr val="000000"/>
                          </a:solidFill>
                          <a:latin typeface="Montserrat"/>
                        </a:rPr>
                        <a:t>Pass rate</a:t>
                      </a:r>
                    </a:p>
                  </a:txBody>
                  <a:tcPr marL="54864" marR="54864" marT="18288" marB="18288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t>7/10 (70%)</a:t>
                      </a:r>
                    </a:p>
                  </a:txBody>
                  <a:tcPr marL="54864" marR="54864" marT="18288" marB="18288">
                    <a:solidFill>
                      <a:srgbClr val="FFFFFF"/>
                    </a:solidFill>
                  </a:tcPr>
                </a:tc>
              </a:tr>
              <a:tr h="297180">
                <a:tc>
                  <a:txBody>
                    <a:bodyPr/>
                    <a:lstStyle/>
                    <a:p>
                      <a:pPr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850" b="1">
                          <a:solidFill>
                            <a:srgbClr val="000000"/>
                          </a:solidFill>
                          <a:latin typeface="Montserrat"/>
                        </a:rPr>
                        <a:t>Weighted composite</a:t>
                      </a:r>
                    </a:p>
                  </a:txBody>
                  <a:tcPr marL="54864" marR="54864" marT="18288" marB="18288">
                    <a:solidFill>
                      <a:srgbClr val="F2F6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t>0.867</a:t>
                      </a:r>
                    </a:p>
                  </a:txBody>
                  <a:tcPr marL="54864" marR="54864" marT="18288" marB="18288">
                    <a:solidFill>
                      <a:srgbClr val="F2F6FF"/>
                    </a:solidFill>
                  </a:tcPr>
                </a:tc>
              </a:tr>
              <a:tr h="297180">
                <a:tc>
                  <a:txBody>
                    <a:bodyPr/>
                    <a:lstStyle/>
                    <a:p>
                      <a:pPr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850" b="1">
                          <a:solidFill>
                            <a:srgbClr val="000000"/>
                          </a:solidFill>
                          <a:latin typeface="Montserrat"/>
                        </a:rPr>
                        <a:t>Configuration</a:t>
                      </a:r>
                    </a:p>
                  </a:txBody>
                  <a:tcPr marL="54864" marR="54864" marT="18288" marB="18288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t>k=5 | chunk 120/16 | MMR 0.50 | fetch_k=20</a:t>
                      </a:r>
                    </a:p>
                  </a:txBody>
                  <a:tcPr marL="54864" marR="54864" marT="18288" marB="18288">
                    <a:solidFill>
                      <a:srgbClr val="FFFFFF"/>
                    </a:solidFill>
                  </a:tcPr>
                </a:tc>
              </a:tr>
              <a:tr h="297180">
                <a:tc>
                  <a:txBody>
                    <a:bodyPr/>
                    <a:lstStyle/>
                    <a:p>
                      <a:pPr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850" b="1">
                          <a:solidFill>
                            <a:srgbClr val="000000"/>
                          </a:solidFill>
                          <a:latin typeface="Montserrat"/>
                        </a:rPr>
                        <a:t>Evaluation loop</a:t>
                      </a:r>
                    </a:p>
                  </a:txBody>
                  <a:tcPr marL="54864" marR="54864" marT="18288" marB="18288">
                    <a:solidFill>
                      <a:srgbClr val="F2F6FF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850" b="0">
                          <a:solidFill>
                            <a:srgbClr val="000000"/>
                          </a:solidFill>
                          <a:latin typeface="Montserrat"/>
                        </a:rPr>
                        <a:t>Each case runs retrieve → generate; all four metrics are computed per case, then aggregated.</a:t>
                      </a:r>
                    </a:p>
                  </a:txBody>
                  <a:tcPr marL="54864" marR="54864" marT="18288" marB="18288">
                    <a:solidFill>
                      <a:srgbClr val="F2F6FF"/>
                    </a:solidFill>
                  </a:tcPr>
                </a:tc>
              </a:tr>
              <a:tr h="297180">
                <a:tc>
                  <a:txBody>
                    <a:bodyPr/>
                    <a:lstStyle/>
                    <a:p>
                      <a:pPr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850" b="1">
                          <a:solidFill>
                            <a:srgbClr val="000000"/>
                          </a:solidFill>
                          <a:latin typeface="Montserrat"/>
                        </a:rPr>
                        <a:t>Recorded artifact</a:t>
                      </a:r>
                    </a:p>
                  </a:txBody>
                  <a:tcPr marL="54864" marR="54864" marT="18288" marB="18288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t>reports/notebook_120_16_token_safe_test_cases.csv</a:t>
                      </a:r>
                    </a:p>
                  </a:txBody>
                  <a:tcPr marL="54864" marR="54864" marT="18288" marB="18288"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305" name="TextBox 304"/>
          <p:cNvSpPr txBox="1"/>
          <p:nvPr/>
        </p:nvSpPr>
        <p:spPr>
          <a:xfrm>
            <a:off x="566928" y="4443984"/>
            <a:ext cx="7955279" cy="420624"/>
          </a:xfrm>
          <a:prstGeom prst="rect">
            <a:avLst/>
          </a:prstGeom>
          <a:noFill/>
        </p:spPr>
        <p:txBody>
          <a:bodyPr wrap="square" lIns="27432" rIns="27432">
            <a:spAutoFit/>
          </a:bodyPr>
          <a:lstStyle/>
          <a:p>
            <a:r>
              <a:t>The executed 120/16 token-safe run is the final held-out result shown in the case-level table: 7/10 passed.</a:t>
            </a:r>
          </a:p>
        </p:txBody>
      </p:sp>
      <p:sp>
        <p:nvSpPr>
          <p:cNvPr id="306" name="TextBox 305"/>
          <p:cNvSpPr txBox="1"/>
          <p:nvPr/>
        </p:nvSpPr>
        <p:spPr>
          <a:xfrm>
            <a:off x="8339327" y="4818888"/>
            <a:ext cx="384048" cy="146304"/>
          </a:xfrm>
          <a:prstGeom prst="rect">
            <a:avLst/>
          </a:prstGeom>
          <a:noFill/>
        </p:spPr>
        <p:txBody>
          <a:bodyPr wrap="none" lIns="0" rIns="0">
            <a:spAutoFit/>
          </a:bodyPr>
          <a:lstStyle/>
          <a:p>
            <a:pPr algn="r">
              <a:spcBef>
                <a:spcPts val="0"/>
              </a:spcBef>
              <a:spcAft>
                <a:spcPts val="0"/>
              </a:spcAft>
            </a:pPr>
            <a:r>
              <a:rPr sz="720" b="1">
                <a:solidFill>
                  <a:srgbClr val="646973"/>
                </a:solidFill>
                <a:latin typeface="Montserrat"/>
              </a:rPr>
              <a:t>18</a:t>
            </a:r>
          </a:p>
        </p:txBody>
      </p:sp>
    </p:spTree>
  </p:cSld>
  <p:clrMapOvr>
    <a:masterClrMapping/>
  </p:clrMapOvr>
</p:sld>
</file>

<file path=ppt/slides/slide1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309" name="Shape 30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0" name="Google Shape;310;p53"/>
          <p:cNvSpPr txBox="1"/>
          <p:nvPr>
            <p:ph type="title"/>
          </p:nvPr>
        </p:nvSpPr>
        <p:spPr>
          <a:xfrm>
            <a:off x="202550" y="289279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r>
              <a:rPr sz="2200" b="1">
                <a:solidFill>
                  <a:srgbClr val="0E39A9"/>
                </a:solidFill>
                <a:latin typeface="Montserrat"/>
              </a:rPr>
              <a:t>Evaluation - Load the Test Data</a:t>
            </a:r>
          </a:p>
        </p:txBody>
      </p:sp>
      <p:sp>
        <p:nvSpPr>
          <p:cNvPr id="311" name="Rectangle 310"/>
          <p:cNvSpPr/>
          <p:nvPr/>
        </p:nvSpPr>
        <p:spPr>
          <a:xfrm>
            <a:off x="502920" y="1005840"/>
            <a:ext cx="8138160" cy="32004"/>
          </a:xfrm>
          <a:prstGeom prst="rect">
            <a:avLst/>
          </a:prstGeom>
          <a:solidFill>
            <a:srgbClr val="0E39A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12" name="TextBox 311"/>
          <p:cNvSpPr txBox="1"/>
          <p:nvPr/>
        </p:nvSpPr>
        <p:spPr>
          <a:xfrm>
            <a:off x="694944" y="1444752"/>
            <a:ext cx="6729984" cy="256032"/>
          </a:xfrm>
          <a:prstGeom prst="rect">
            <a:avLst/>
          </a:prstGeom>
          <a:noFill/>
        </p:spPr>
        <p:txBody>
          <a:bodyPr wrap="square" lIns="82296" rIns="36576" tIns="18288" bIns="18288">
            <a:norm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350" b="0">
                <a:solidFill>
                  <a:srgbClr val="000000"/>
                </a:solidFill>
                <a:latin typeface="Montserrat"/>
              </a:rPr>
              <a:t>Held-out file: data/test.xlsx.</a:t>
            </a:r>
          </a:p>
        </p:txBody>
      </p:sp>
      <p:sp>
        <p:nvSpPr>
          <p:cNvPr id="313" name="Oval 312"/>
          <p:cNvSpPr/>
          <p:nvPr/>
        </p:nvSpPr>
        <p:spPr>
          <a:xfrm>
            <a:off x="402336" y="1545336"/>
            <a:ext cx="192024" cy="192024"/>
          </a:xfrm>
          <a:prstGeom prst="ellipse">
            <a:avLst/>
          </a:prstGeom>
          <a:solidFill>
            <a:srgbClr val="0944A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14" name="TextBox 313"/>
          <p:cNvSpPr txBox="1"/>
          <p:nvPr/>
        </p:nvSpPr>
        <p:spPr>
          <a:xfrm>
            <a:off x="694944" y="1732788"/>
            <a:ext cx="6729984" cy="649224"/>
          </a:xfrm>
          <a:prstGeom prst="rect">
            <a:avLst/>
          </a:prstGeom>
          <a:noFill/>
        </p:spPr>
        <p:txBody>
          <a:bodyPr wrap="square" lIns="82296" rIns="36576" tIns="18288" bIns="18288">
            <a:norm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350" b="0">
                <a:solidFill>
                  <a:srgbClr val="000000"/>
                </a:solidFill>
                <a:latin typeface="Montserrat"/>
              </a:rPr>
              <a:t>10 unseen questions covering cancellation, discounts, room occupancy, accessibility, parking, breakfast, rate changes, checkout, pets, and incidental holds.</a:t>
            </a:r>
          </a:p>
        </p:txBody>
      </p:sp>
      <p:sp>
        <p:nvSpPr>
          <p:cNvPr id="315" name="Oval 314"/>
          <p:cNvSpPr/>
          <p:nvPr/>
        </p:nvSpPr>
        <p:spPr>
          <a:xfrm>
            <a:off x="402336" y="1833372"/>
            <a:ext cx="192024" cy="192024"/>
          </a:xfrm>
          <a:prstGeom prst="ellipse">
            <a:avLst/>
          </a:prstGeom>
          <a:solidFill>
            <a:srgbClr val="0944A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16" name="TextBox 315"/>
          <p:cNvSpPr txBox="1"/>
          <p:nvPr/>
        </p:nvSpPr>
        <p:spPr>
          <a:xfrm>
            <a:off x="694944" y="2414016"/>
            <a:ext cx="6729984" cy="448056"/>
          </a:xfrm>
          <a:prstGeom prst="rect">
            <a:avLst/>
          </a:prstGeom>
          <a:noFill/>
        </p:spPr>
        <p:txBody>
          <a:bodyPr wrap="square" lIns="82296" rIns="36576" tIns="18288" bIns="18288">
            <a:norm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350" b="0">
                <a:solidFill>
                  <a:srgbClr val="000000"/>
                </a:solidFill>
                <a:latin typeface="Montserrat"/>
              </a:rPr>
              <a:t>Sample question: How many people can stay in a Double Queen room?</a:t>
            </a:r>
          </a:p>
        </p:txBody>
      </p:sp>
      <p:sp>
        <p:nvSpPr>
          <p:cNvPr id="317" name="Oval 316"/>
          <p:cNvSpPr/>
          <p:nvPr/>
        </p:nvSpPr>
        <p:spPr>
          <a:xfrm>
            <a:off x="402336" y="2514600"/>
            <a:ext cx="192024" cy="192024"/>
          </a:xfrm>
          <a:prstGeom prst="ellipse">
            <a:avLst/>
          </a:prstGeom>
          <a:solidFill>
            <a:srgbClr val="0944A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18" name="TextBox 317"/>
          <p:cNvSpPr txBox="1"/>
          <p:nvPr/>
        </p:nvSpPr>
        <p:spPr>
          <a:xfrm>
            <a:off x="694944" y="2894076"/>
            <a:ext cx="6729984" cy="649224"/>
          </a:xfrm>
          <a:prstGeom prst="rect">
            <a:avLst/>
          </a:prstGeom>
          <a:noFill/>
        </p:spPr>
        <p:txBody>
          <a:bodyPr wrap="square" lIns="82296" rIns="36576" tIns="18288" bIns="18288">
            <a:norm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350" b="0">
                <a:solidFill>
                  <a:srgbClr val="000000"/>
                </a:solidFill>
                <a:latin typeface="Montserrat"/>
              </a:rPr>
              <a:t>Expected answer: Up to 4 guests, subject to fire-code and property occupancy limits; recheck the room and rate if the group size changes.</a:t>
            </a:r>
          </a:p>
        </p:txBody>
      </p:sp>
      <p:sp>
        <p:nvSpPr>
          <p:cNvPr id="319" name="Oval 318"/>
          <p:cNvSpPr/>
          <p:nvPr/>
        </p:nvSpPr>
        <p:spPr>
          <a:xfrm>
            <a:off x="402336" y="2994660"/>
            <a:ext cx="192024" cy="192024"/>
          </a:xfrm>
          <a:prstGeom prst="ellipse">
            <a:avLst/>
          </a:prstGeom>
          <a:solidFill>
            <a:srgbClr val="0944A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20" name="TextBox 319"/>
          <p:cNvSpPr txBox="1"/>
          <p:nvPr/>
        </p:nvSpPr>
        <p:spPr>
          <a:xfrm>
            <a:off x="694944" y="3575304"/>
            <a:ext cx="6729984" cy="448056"/>
          </a:xfrm>
          <a:prstGeom prst="rect">
            <a:avLst/>
          </a:prstGeom>
          <a:noFill/>
        </p:spPr>
        <p:txBody>
          <a:bodyPr wrap="square" lIns="82296" rIns="36576" tIns="18288" bIns="18288">
            <a:norm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350" b="0">
                <a:solidFill>
                  <a:srgbClr val="000000"/>
                </a:solidFill>
                <a:latin typeface="Montserrat"/>
              </a:rPr>
              <a:t>The held-out set is used only for final comparison and selection of the baseline.</a:t>
            </a:r>
          </a:p>
        </p:txBody>
      </p:sp>
      <p:sp>
        <p:nvSpPr>
          <p:cNvPr id="321" name="Oval 320"/>
          <p:cNvSpPr/>
          <p:nvPr/>
        </p:nvSpPr>
        <p:spPr>
          <a:xfrm>
            <a:off x="402336" y="3675888"/>
            <a:ext cx="192024" cy="192024"/>
          </a:xfrm>
          <a:prstGeom prst="ellipse">
            <a:avLst/>
          </a:prstGeom>
          <a:solidFill>
            <a:srgbClr val="0944A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22" name="TextBox 321"/>
          <p:cNvSpPr txBox="1"/>
          <p:nvPr/>
        </p:nvSpPr>
        <p:spPr>
          <a:xfrm>
            <a:off x="8339327" y="4818888"/>
            <a:ext cx="384048" cy="146304"/>
          </a:xfrm>
          <a:prstGeom prst="rect">
            <a:avLst/>
          </a:prstGeom>
          <a:noFill/>
        </p:spPr>
        <p:txBody>
          <a:bodyPr wrap="none" lIns="0" rIns="0">
            <a:spAutoFit/>
          </a:bodyPr>
          <a:lstStyle/>
          <a:p>
            <a:pPr algn="r">
              <a:spcBef>
                <a:spcPts val="0"/>
              </a:spcBef>
              <a:spcAft>
                <a:spcPts val="0"/>
              </a:spcAft>
            </a:pPr>
            <a:r>
              <a:rPr sz="720" b="1">
                <a:solidFill>
                  <a:srgbClr val="646973"/>
                </a:solidFill>
                <a:latin typeface="Montserrat"/>
              </a:rPr>
              <a:t>19</a:t>
            </a:r>
          </a:p>
        </p:txBody>
      </p:sp>
    </p:spTree>
  </p:cSld>
  <p:clrMapOvr>
    <a:masterClrMapping/>
  </p:clrMapOvr>
</p:sld>
</file>

<file path=ppt/slides/slide20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317" name="Shape 31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8" name="Google Shape;318;p54"/>
          <p:cNvSpPr txBox="1"/>
          <p:nvPr>
            <p:ph type="title"/>
          </p:nvPr>
        </p:nvSpPr>
        <p:spPr>
          <a:xfrm>
            <a:off x="202550" y="289279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r>
              <a:rPr sz="2200" b="1">
                <a:solidFill>
                  <a:srgbClr val="0E39A9"/>
                </a:solidFill>
                <a:latin typeface="Montserrat"/>
              </a:rPr>
              <a:t>Evaluation - Build and Run the Evaluation</a:t>
            </a:r>
          </a:p>
        </p:txBody>
      </p:sp>
      <p:sp>
        <p:nvSpPr>
          <p:cNvPr id="319" name="Rectangle 318"/>
          <p:cNvSpPr/>
          <p:nvPr/>
        </p:nvSpPr>
        <p:spPr>
          <a:xfrm>
            <a:off x="502920" y="1005840"/>
            <a:ext cx="8138160" cy="32004"/>
          </a:xfrm>
          <a:prstGeom prst="rect">
            <a:avLst/>
          </a:prstGeom>
          <a:solidFill>
            <a:srgbClr val="0E39A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graphicFrame>
        <p:nvGraphicFramePr>
          <p:cNvPr id="320" name="Table 319"/>
          <p:cNvGraphicFramePr>
            <a:graphicFrameLocks noGrp="1"/>
          </p:cNvGraphicFramePr>
          <p:nvPr/>
        </p:nvGraphicFramePr>
        <p:xfrm>
          <a:off x="438912" y="1207008"/>
          <a:ext cx="6821424" cy="320040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429768"/>
                <a:gridCol w="2743200"/>
                <a:gridCol w="530352"/>
                <a:gridCol w="530352"/>
                <a:gridCol w="530352"/>
                <a:gridCol w="530352"/>
                <a:gridCol w="777240"/>
                <a:gridCol w="749808"/>
              </a:tblGrid>
              <a:tr h="290945">
                <a:tc>
                  <a:txBody>
                    <a:bodyPr/>
                    <a:lstStyle/>
                    <a:p>
                      <a:r>
                        <a:t>Case</a:t>
                      </a:r>
                    </a:p>
                  </a:txBody>
                  <a:tcPr marL="32004" marR="32004" marT="9144" marB="9144">
                    <a:solidFill>
                      <a:srgbClr val="0E39A9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t>Test case</a:t>
                      </a:r>
                    </a:p>
                  </a:txBody>
                  <a:tcPr marL="32004" marR="32004" marT="9144" marB="9144">
                    <a:solidFill>
                      <a:srgbClr val="0E39A9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t>F</a:t>
                      </a:r>
                    </a:p>
                  </a:txBody>
                  <a:tcPr marL="32004" marR="32004" marT="9144" marB="9144">
                    <a:solidFill>
                      <a:srgbClr val="0E39A9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t>R</a:t>
                      </a:r>
                    </a:p>
                  </a:txBody>
                  <a:tcPr marL="32004" marR="32004" marT="9144" marB="9144">
                    <a:solidFill>
                      <a:srgbClr val="0E39A9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t>P</a:t>
                      </a:r>
                    </a:p>
                  </a:txBody>
                  <a:tcPr marL="32004" marR="32004" marT="9144" marB="9144">
                    <a:solidFill>
                      <a:srgbClr val="0E39A9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t>AR</a:t>
                      </a:r>
                    </a:p>
                  </a:txBody>
                  <a:tcPr marL="32004" marR="32004" marT="9144" marB="9144">
                    <a:solidFill>
                      <a:srgbClr val="0E39A9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t>Composite</a:t>
                      </a:r>
                    </a:p>
                  </a:txBody>
                  <a:tcPr marL="32004" marR="32004" marT="9144" marB="9144">
                    <a:solidFill>
                      <a:srgbClr val="0E39A9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t>Result</a:t>
                      </a:r>
                    </a:p>
                  </a:txBody>
                  <a:tcPr marL="32004" marR="32004" marT="9144" marB="9144">
                    <a:solidFill>
                      <a:srgbClr val="0E39A9"/>
                    </a:solidFill>
                  </a:tcPr>
                </a:tc>
              </a:tr>
              <a:tr h="290945">
                <a:tc>
                  <a:txBody>
                    <a:bodyPr/>
                    <a:lstStyle/>
                    <a:p>
                      <a:r>
                        <a:t>1</a:t>
                      </a:r>
                    </a:p>
                  </a:txBody>
                  <a:tcPr marL="32004" marR="32004" marT="9144" marB="9144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t>OTA cancellation/refund</a:t>
                      </a:r>
                    </a:p>
                  </a:txBody>
                  <a:tcPr marL="32004" marR="32004" marT="9144" marB="9144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t>0.977</a:t>
                      </a:r>
                    </a:p>
                  </a:txBody>
                  <a:tcPr marL="32004" marR="32004" marT="9144" marB="9144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t>0.901</a:t>
                      </a:r>
                    </a:p>
                  </a:txBody>
                  <a:tcPr marL="32004" marR="32004" marT="9144" marB="9144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t>0.771</a:t>
                      </a:r>
                    </a:p>
                  </a:txBody>
                  <a:tcPr marL="32004" marR="32004" marT="9144" marB="9144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t>0.978</a:t>
                      </a:r>
                    </a:p>
                  </a:txBody>
                  <a:tcPr marL="32004" marR="32004" marT="9144" marB="9144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t>0.917</a:t>
                      </a:r>
                    </a:p>
                  </a:txBody>
                  <a:tcPr marL="32004" marR="32004" marT="9144" marB="9144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t>PASS</a:t>
                      </a:r>
                    </a:p>
                  </a:txBody>
                  <a:tcPr marL="32004" marR="32004" marT="9144" marB="9144">
                    <a:solidFill>
                      <a:srgbClr val="FFFFFF"/>
                    </a:solidFill>
                  </a:tcPr>
                </a:tc>
              </a:tr>
              <a:tr h="290945">
                <a:tc>
                  <a:txBody>
                    <a:bodyPr/>
                    <a:lstStyle/>
                    <a:p>
                      <a:r>
                        <a:t>2</a:t>
                      </a:r>
                    </a:p>
                  </a:txBody>
                  <a:tcPr marL="32004" marR="32004" marT="9144" marB="9144">
                    <a:solidFill>
                      <a:srgbClr val="F2F6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t>Member discount/cancellation</a:t>
                      </a:r>
                    </a:p>
                  </a:txBody>
                  <a:tcPr marL="32004" marR="32004" marT="9144" marB="9144">
                    <a:solidFill>
                      <a:srgbClr val="F2F6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t>0.997</a:t>
                      </a:r>
                    </a:p>
                  </a:txBody>
                  <a:tcPr marL="32004" marR="32004" marT="9144" marB="9144">
                    <a:solidFill>
                      <a:srgbClr val="F2F6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t>0.967</a:t>
                      </a:r>
                    </a:p>
                  </a:txBody>
                  <a:tcPr marL="32004" marR="32004" marT="9144" marB="9144">
                    <a:solidFill>
                      <a:srgbClr val="F2F6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t>0.797</a:t>
                      </a:r>
                    </a:p>
                  </a:txBody>
                  <a:tcPr marL="32004" marR="32004" marT="9144" marB="9144">
                    <a:solidFill>
                      <a:srgbClr val="F2F6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t>0.995</a:t>
                      </a:r>
                    </a:p>
                  </a:txBody>
                  <a:tcPr marL="32004" marR="32004" marT="9144" marB="9144">
                    <a:solidFill>
                      <a:srgbClr val="F2F6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t>0.949</a:t>
                      </a:r>
                    </a:p>
                  </a:txBody>
                  <a:tcPr marL="32004" marR="32004" marT="9144" marB="9144">
                    <a:solidFill>
                      <a:srgbClr val="F2F6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t>PASS</a:t>
                      </a:r>
                    </a:p>
                  </a:txBody>
                  <a:tcPr marL="32004" marR="32004" marT="9144" marB="9144">
                    <a:solidFill>
                      <a:srgbClr val="F2F6FF"/>
                    </a:solidFill>
                  </a:tcPr>
                </a:tc>
              </a:tr>
              <a:tr h="290945">
                <a:tc>
                  <a:txBody>
                    <a:bodyPr/>
                    <a:lstStyle/>
                    <a:p>
                      <a:r>
                        <a:t>3</a:t>
                      </a:r>
                    </a:p>
                  </a:txBody>
                  <a:tcPr marL="32004" marR="32004" marT="9144" marB="9144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t>Double Queen occupancy</a:t>
                      </a:r>
                    </a:p>
                  </a:txBody>
                  <a:tcPr marL="32004" marR="32004" marT="9144" marB="9144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t>1.000</a:t>
                      </a:r>
                    </a:p>
                  </a:txBody>
                  <a:tcPr marL="32004" marR="32004" marT="9144" marB="9144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t>0.986</a:t>
                      </a:r>
                    </a:p>
                  </a:txBody>
                  <a:tcPr marL="32004" marR="32004" marT="9144" marB="9144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t>0.950</a:t>
                      </a:r>
                    </a:p>
                  </a:txBody>
                  <a:tcPr marL="32004" marR="32004" marT="9144" marB="9144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t>0.998</a:t>
                      </a:r>
                    </a:p>
                  </a:txBody>
                  <a:tcPr marL="32004" marR="32004" marT="9144" marB="9144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t>0.986</a:t>
                      </a:r>
                    </a:p>
                  </a:txBody>
                  <a:tcPr marL="32004" marR="32004" marT="9144" marB="9144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t>PASS</a:t>
                      </a:r>
                    </a:p>
                  </a:txBody>
                  <a:tcPr marL="32004" marR="32004" marT="9144" marB="9144">
                    <a:solidFill>
                      <a:srgbClr val="FFFFFF"/>
                    </a:solidFill>
                  </a:tcPr>
                </a:tc>
              </a:tr>
              <a:tr h="290945">
                <a:tc>
                  <a:txBody>
                    <a:bodyPr/>
                    <a:lstStyle/>
                    <a:p>
                      <a:r>
                        <a:t>4</a:t>
                      </a:r>
                    </a:p>
                  </a:txBody>
                  <a:tcPr marL="32004" marR="32004" marT="9144" marB="9144">
                    <a:solidFill>
                      <a:srgbClr val="FFEBEB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t>Accessible King inclusions</a:t>
                      </a:r>
                    </a:p>
                  </a:txBody>
                  <a:tcPr marL="32004" marR="32004" marT="9144" marB="9144">
                    <a:solidFill>
                      <a:srgbClr val="FFEBEB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t>0.985</a:t>
                      </a:r>
                    </a:p>
                  </a:txBody>
                  <a:tcPr marL="32004" marR="32004" marT="9144" marB="9144">
                    <a:solidFill>
                      <a:srgbClr val="FFEBEB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t>0.887</a:t>
                      </a:r>
                    </a:p>
                  </a:txBody>
                  <a:tcPr marL="32004" marR="32004" marT="9144" marB="9144">
                    <a:solidFill>
                      <a:srgbClr val="FFEBEB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t>0.384</a:t>
                      </a:r>
                    </a:p>
                  </a:txBody>
                  <a:tcPr marL="32004" marR="32004" marT="9144" marB="9144">
                    <a:solidFill>
                      <a:srgbClr val="FFEBEB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t>0.601</a:t>
                      </a:r>
                    </a:p>
                  </a:txBody>
                  <a:tcPr marL="32004" marR="32004" marT="9144" marB="9144">
                    <a:solidFill>
                      <a:srgbClr val="FFEBEB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t>0.764</a:t>
                      </a:r>
                    </a:p>
                  </a:txBody>
                  <a:tcPr marL="32004" marR="32004" marT="9144" marB="9144">
                    <a:solidFill>
                      <a:srgbClr val="FFEBEB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t>FAIL</a:t>
                      </a:r>
                    </a:p>
                  </a:txBody>
                  <a:tcPr marL="32004" marR="32004" marT="9144" marB="9144">
                    <a:solidFill>
                      <a:srgbClr val="FFEBEB"/>
                    </a:solidFill>
                  </a:tcPr>
                </a:tc>
              </a:tr>
              <a:tr h="290945">
                <a:tc>
                  <a:txBody>
                    <a:bodyPr/>
                    <a:lstStyle/>
                    <a:p>
                      <a:r>
                        <a:t>5</a:t>
                      </a:r>
                    </a:p>
                  </a:txBody>
                  <a:tcPr marL="32004" marR="32004" marT="9144" marB="9144">
                    <a:solidFill>
                      <a:srgbClr val="FFEBEB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t>Atlanta/Miami parking</a:t>
                      </a:r>
                    </a:p>
                  </a:txBody>
                  <a:tcPr marL="32004" marR="32004" marT="9144" marB="9144">
                    <a:solidFill>
                      <a:srgbClr val="FFEBEB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t>1.000</a:t>
                      </a:r>
                    </a:p>
                  </a:txBody>
                  <a:tcPr marL="32004" marR="32004" marT="9144" marB="9144">
                    <a:solidFill>
                      <a:srgbClr val="FFEBEB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t>0.961</a:t>
                      </a:r>
                    </a:p>
                  </a:txBody>
                  <a:tcPr marL="32004" marR="32004" marT="9144" marB="9144">
                    <a:solidFill>
                      <a:srgbClr val="FFEBEB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t>0.673</a:t>
                      </a:r>
                    </a:p>
                  </a:txBody>
                  <a:tcPr marL="32004" marR="32004" marT="9144" marB="9144">
                    <a:solidFill>
                      <a:srgbClr val="FFEBEB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t>0.871</a:t>
                      </a:r>
                    </a:p>
                  </a:txBody>
                  <a:tcPr marL="32004" marR="32004" marT="9144" marB="9144">
                    <a:solidFill>
                      <a:srgbClr val="FFEBEB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t>0.899</a:t>
                      </a:r>
                    </a:p>
                  </a:txBody>
                  <a:tcPr marL="32004" marR="32004" marT="9144" marB="9144">
                    <a:solidFill>
                      <a:srgbClr val="FFEBEB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t>FAIL</a:t>
                      </a:r>
                    </a:p>
                  </a:txBody>
                  <a:tcPr marL="32004" marR="32004" marT="9144" marB="9144">
                    <a:solidFill>
                      <a:srgbClr val="FFEBEB"/>
                    </a:solidFill>
                  </a:tcPr>
                </a:tc>
              </a:tr>
              <a:tr h="290945">
                <a:tc>
                  <a:txBody>
                    <a:bodyPr/>
                    <a:lstStyle/>
                    <a:p>
                      <a:r>
                        <a:t>6</a:t>
                      </a:r>
                    </a:p>
                  </a:txBody>
                  <a:tcPr marL="32004" marR="32004" marT="9144" marB="9144">
                    <a:solidFill>
                      <a:srgbClr val="FFEBEB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t>Miami breakfast</a:t>
                      </a:r>
                    </a:p>
                  </a:txBody>
                  <a:tcPr marL="32004" marR="32004" marT="9144" marB="9144">
                    <a:solidFill>
                      <a:srgbClr val="FFEBEB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t>0.991</a:t>
                      </a:r>
                    </a:p>
                  </a:txBody>
                  <a:tcPr marL="32004" marR="32004" marT="9144" marB="9144">
                    <a:solidFill>
                      <a:srgbClr val="FFEBEB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t>0.003</a:t>
                      </a:r>
                    </a:p>
                  </a:txBody>
                  <a:tcPr marL="32004" marR="32004" marT="9144" marB="9144">
                    <a:solidFill>
                      <a:srgbClr val="FFEBEB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t>0.000</a:t>
                      </a:r>
                    </a:p>
                  </a:txBody>
                  <a:tcPr marL="32004" marR="32004" marT="9144" marB="9144">
                    <a:solidFill>
                      <a:srgbClr val="FFEBEB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t>0.259</a:t>
                      </a:r>
                    </a:p>
                  </a:txBody>
                  <a:tcPr marL="32004" marR="32004" marT="9144" marB="9144">
                    <a:solidFill>
                      <a:srgbClr val="FFEBEB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t>0.399</a:t>
                      </a:r>
                    </a:p>
                  </a:txBody>
                  <a:tcPr marL="32004" marR="32004" marT="9144" marB="9144">
                    <a:solidFill>
                      <a:srgbClr val="FFEBEB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t>FAIL</a:t>
                      </a:r>
                    </a:p>
                  </a:txBody>
                  <a:tcPr marL="32004" marR="32004" marT="9144" marB="9144">
                    <a:solidFill>
                      <a:srgbClr val="FFEBEB"/>
                    </a:solidFill>
                  </a:tcPr>
                </a:tc>
              </a:tr>
              <a:tr h="290945">
                <a:tc>
                  <a:txBody>
                    <a:bodyPr/>
                    <a:lstStyle/>
                    <a:p>
                      <a:r>
                        <a:t>7</a:t>
                      </a:r>
                    </a:p>
                  </a:txBody>
                  <a:tcPr marL="32004" marR="32004" marT="9144" marB="9144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t>Advance Purchase change</a:t>
                      </a:r>
                    </a:p>
                  </a:txBody>
                  <a:tcPr marL="32004" marR="32004" marT="9144" marB="9144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t>0.980</a:t>
                      </a:r>
                    </a:p>
                  </a:txBody>
                  <a:tcPr marL="32004" marR="32004" marT="9144" marB="9144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t>0.991</a:t>
                      </a:r>
                    </a:p>
                  </a:txBody>
                  <a:tcPr marL="32004" marR="32004" marT="9144" marB="9144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t>0.887</a:t>
                      </a:r>
                    </a:p>
                  </a:txBody>
                  <a:tcPr marL="32004" marR="32004" marT="9144" marB="9144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t>0.984</a:t>
                      </a:r>
                    </a:p>
                  </a:txBody>
                  <a:tcPr marL="32004" marR="32004" marT="9144" marB="9144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t>0.965</a:t>
                      </a:r>
                    </a:p>
                  </a:txBody>
                  <a:tcPr marL="32004" marR="32004" marT="9144" marB="9144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t>PASS</a:t>
                      </a:r>
                    </a:p>
                  </a:txBody>
                  <a:tcPr marL="32004" marR="32004" marT="9144" marB="9144">
                    <a:solidFill>
                      <a:srgbClr val="FFFFFF"/>
                    </a:solidFill>
                  </a:tcPr>
                </a:tc>
              </a:tr>
              <a:tr h="290945">
                <a:tc>
                  <a:txBody>
                    <a:bodyPr/>
                    <a:lstStyle/>
                    <a:p>
                      <a:r>
                        <a:t>8</a:t>
                      </a:r>
                    </a:p>
                  </a:txBody>
                  <a:tcPr marL="32004" marR="32004" marT="9144" marB="9144">
                    <a:solidFill>
                      <a:srgbClr val="F2F6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t>Denver late checkout</a:t>
                      </a:r>
                    </a:p>
                  </a:txBody>
                  <a:tcPr marL="32004" marR="32004" marT="9144" marB="9144">
                    <a:solidFill>
                      <a:srgbClr val="F2F6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t>1.000</a:t>
                      </a:r>
                    </a:p>
                  </a:txBody>
                  <a:tcPr marL="32004" marR="32004" marT="9144" marB="9144">
                    <a:solidFill>
                      <a:srgbClr val="F2F6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t>1.000</a:t>
                      </a:r>
                    </a:p>
                  </a:txBody>
                  <a:tcPr marL="32004" marR="32004" marT="9144" marB="9144">
                    <a:solidFill>
                      <a:srgbClr val="F2F6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t>0.820</a:t>
                      </a:r>
                    </a:p>
                  </a:txBody>
                  <a:tcPr marL="32004" marR="32004" marT="9144" marB="9144">
                    <a:solidFill>
                      <a:srgbClr val="F2F6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t>0.885</a:t>
                      </a:r>
                    </a:p>
                  </a:txBody>
                  <a:tcPr marL="32004" marR="32004" marT="9144" marB="9144">
                    <a:solidFill>
                      <a:srgbClr val="F2F6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t>0.941</a:t>
                      </a:r>
                    </a:p>
                  </a:txBody>
                  <a:tcPr marL="32004" marR="32004" marT="9144" marB="9144">
                    <a:solidFill>
                      <a:srgbClr val="F2F6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t>PASS</a:t>
                      </a:r>
                    </a:p>
                  </a:txBody>
                  <a:tcPr marL="32004" marR="32004" marT="9144" marB="9144">
                    <a:solidFill>
                      <a:srgbClr val="F2F6FF"/>
                    </a:solidFill>
                  </a:tcPr>
                </a:tc>
              </a:tr>
              <a:tr h="290945">
                <a:tc>
                  <a:txBody>
                    <a:bodyPr/>
                    <a:lstStyle/>
                    <a:p>
                      <a:r>
                        <a:t>9</a:t>
                      </a:r>
                    </a:p>
                  </a:txBody>
                  <a:tcPr marL="32004" marR="32004" marT="9144" marB="9144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t>ASH-CHI pet fee</a:t>
                      </a:r>
                    </a:p>
                  </a:txBody>
                  <a:tcPr marL="32004" marR="32004" marT="9144" marB="9144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t>0.995</a:t>
                      </a:r>
                    </a:p>
                  </a:txBody>
                  <a:tcPr marL="32004" marR="32004" marT="9144" marB="9144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t>0.861</a:t>
                      </a:r>
                    </a:p>
                  </a:txBody>
                  <a:tcPr marL="32004" marR="32004" marT="9144" marB="9144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t>0.766</a:t>
                      </a:r>
                    </a:p>
                  </a:txBody>
                  <a:tcPr marL="32004" marR="32004" marT="9144" marB="9144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t>1.000</a:t>
                      </a:r>
                    </a:p>
                  </a:txBody>
                  <a:tcPr marL="32004" marR="32004" marT="9144" marB="9144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t>0.917</a:t>
                      </a:r>
                    </a:p>
                  </a:txBody>
                  <a:tcPr marL="32004" marR="32004" marT="9144" marB="9144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t>PASS</a:t>
                      </a:r>
                    </a:p>
                  </a:txBody>
                  <a:tcPr marL="32004" marR="32004" marT="9144" marB="9144">
                    <a:solidFill>
                      <a:srgbClr val="FFFFFF"/>
                    </a:solidFill>
                  </a:tcPr>
                </a:tc>
              </a:tr>
              <a:tr h="290950">
                <a:tc>
                  <a:txBody>
                    <a:bodyPr tIns="22860" bIns="22860"/>
                    <a:lstStyle/>
                    <a:p>
                      <a:r>
                        <a:rPr sz="700"/>
                        <a:t>10</a:t>
                      </a:r>
                    </a:p>
                  </a:txBody>
                  <a:tcPr marL="32004" marR="32004" marT="9144" marB="9144">
                    <a:solidFill>
                      <a:srgbClr val="F2F6FF"/>
                    </a:solidFill>
                  </a:tcPr>
                </a:tc>
                <a:tc>
                  <a:txBody>
                    <a:bodyPr tIns="22860" bIns="22860"/>
                    <a:lstStyle/>
                    <a:p>
                      <a:r>
                        <a:rPr sz="700"/>
                        <a:t>Card-hold difference</a:t>
                      </a:r>
                    </a:p>
                  </a:txBody>
                  <a:tcPr marL="32004" marR="32004" marT="9144" marB="9144">
                    <a:solidFill>
                      <a:srgbClr val="F2F6FF"/>
                    </a:solidFill>
                  </a:tcPr>
                </a:tc>
                <a:tc>
                  <a:txBody>
                    <a:bodyPr tIns="22860" bIns="22860"/>
                    <a:lstStyle/>
                    <a:p>
                      <a:r>
                        <a:rPr sz="700"/>
                        <a:t>0.992</a:t>
                      </a:r>
                    </a:p>
                  </a:txBody>
                  <a:tcPr marL="32004" marR="32004" marT="9144" marB="9144">
                    <a:solidFill>
                      <a:srgbClr val="F2F6FF"/>
                    </a:solidFill>
                  </a:tcPr>
                </a:tc>
                <a:tc>
                  <a:txBody>
                    <a:bodyPr tIns="22860" bIns="22860"/>
                    <a:lstStyle/>
                    <a:p>
                      <a:r>
                        <a:rPr sz="700"/>
                        <a:t>0.946</a:t>
                      </a:r>
                    </a:p>
                  </a:txBody>
                  <a:tcPr marL="32004" marR="32004" marT="9144" marB="9144">
                    <a:solidFill>
                      <a:srgbClr val="F2F6FF"/>
                    </a:solidFill>
                  </a:tcPr>
                </a:tc>
                <a:tc>
                  <a:txBody>
                    <a:bodyPr tIns="22860" bIns="22860"/>
                    <a:lstStyle/>
                    <a:p>
                      <a:r>
                        <a:rPr sz="700"/>
                        <a:t>0.814</a:t>
                      </a:r>
                    </a:p>
                  </a:txBody>
                  <a:tcPr marL="32004" marR="32004" marT="9144" marB="9144">
                    <a:solidFill>
                      <a:srgbClr val="F2F6FF"/>
                    </a:solidFill>
                  </a:tcPr>
                </a:tc>
                <a:tc>
                  <a:txBody>
                    <a:bodyPr tIns="22860" bIns="22860"/>
                    <a:lstStyle/>
                    <a:p>
                      <a:r>
                        <a:rPr sz="700"/>
                        <a:t>0.930</a:t>
                      </a:r>
                    </a:p>
                  </a:txBody>
                  <a:tcPr marL="32004" marR="32004" marT="9144" marB="9144">
                    <a:solidFill>
                      <a:srgbClr val="F2F6FF"/>
                    </a:solidFill>
                  </a:tcPr>
                </a:tc>
                <a:tc>
                  <a:txBody>
                    <a:bodyPr tIns="22860" bIns="22860"/>
                    <a:lstStyle/>
                    <a:p>
                      <a:r>
                        <a:rPr sz="700"/>
                        <a:t>0.933</a:t>
                      </a:r>
                    </a:p>
                  </a:txBody>
                  <a:tcPr marL="32004" marR="32004" marT="9144" marB="9144">
                    <a:solidFill>
                      <a:srgbClr val="F2F6FF"/>
                    </a:solidFill>
                  </a:tcPr>
                </a:tc>
                <a:tc>
                  <a:txBody>
                    <a:bodyPr tIns="22860" bIns="22860"/>
                    <a:lstStyle/>
                    <a:p>
                      <a:r>
                        <a:rPr sz="700"/>
                        <a:t>PASS</a:t>
                      </a:r>
                    </a:p>
                  </a:txBody>
                  <a:tcPr marL="32004" marR="32004" marT="9144" marB="9144">
                    <a:solidFill>
                      <a:srgbClr val="F2F6FF"/>
                    </a:solidFill>
                  </a:tcPr>
                </a:tc>
              </a:tr>
            </a:tbl>
          </a:graphicData>
        </a:graphic>
      </p:graphicFrame>
      <p:sp>
        <p:nvSpPr>
          <p:cNvPr id="321" name="TextBox 320"/>
          <p:cNvSpPr txBox="1"/>
          <p:nvPr/>
        </p:nvSpPr>
        <p:spPr>
          <a:xfrm>
            <a:off x="502920" y="4480560"/>
            <a:ext cx="8138160" cy="219456"/>
          </a:xfrm>
          <a:prstGeom prst="rect">
            <a:avLst/>
          </a:prstGeom>
          <a:noFill/>
        </p:spPr>
        <p:txBody>
          <a:bodyPr wrap="square" lIns="27432" rIns="27432">
            <a:spAutoFit/>
          </a:bodyPr>
          <a:lstStyle/>
          <a:p>
            <a:r>
              <a:t>Transparent 120/16 result: 7/10 passed; weighted composite .867. Failed cases are Accessible King, Atlanta/Miami parking, and Miami breakfast.</a:t>
            </a:r>
          </a:p>
        </p:txBody>
      </p:sp>
      <p:sp>
        <p:nvSpPr>
          <p:cNvPr id="322" name="TextBox 321"/>
          <p:cNvSpPr txBox="1"/>
          <p:nvPr/>
        </p:nvSpPr>
        <p:spPr>
          <a:xfrm>
            <a:off x="502920" y="4727448"/>
            <a:ext cx="8138160" cy="219456"/>
          </a:xfrm>
          <a:prstGeom prst="rect">
            <a:avLst/>
          </a:prstGeom>
          <a:noFill/>
        </p:spPr>
        <p:txBody>
          <a:bodyPr wrap="square" lIns="27432" rIns="27432">
            <a:spAutoFit/>
          </a:bodyPr>
          <a:lstStyle/>
          <a:p>
            <a:pPr>
              <a:spcBef>
                <a:spcPts val="0"/>
              </a:spcBef>
              <a:spcAft>
                <a:spcPts val="0"/>
              </a:spcAft>
            </a:pPr>
            <a:r>
              <a:rPr sz="830" i="1">
                <a:solidFill>
                  <a:srgbClr val="505050"/>
                </a:solidFill>
                <a:latin typeface="Montserrat"/>
              </a:rPr>
              <a:t>F = Faithfulness | R = Contextual Recall | P = Contextual Precision | AR = Answer Relevancy</a:t>
            </a:r>
          </a:p>
        </p:txBody>
      </p:sp>
      <p:sp>
        <p:nvSpPr>
          <p:cNvPr id="323" name="TextBox 322"/>
          <p:cNvSpPr txBox="1"/>
          <p:nvPr/>
        </p:nvSpPr>
        <p:spPr>
          <a:xfrm>
            <a:off x="8339327" y="4818888"/>
            <a:ext cx="384048" cy="146304"/>
          </a:xfrm>
          <a:prstGeom prst="rect">
            <a:avLst/>
          </a:prstGeom>
          <a:noFill/>
        </p:spPr>
        <p:txBody>
          <a:bodyPr wrap="none" lIns="0" rIns="0">
            <a:spAutoFit/>
          </a:bodyPr>
          <a:lstStyle/>
          <a:p>
            <a:pPr algn="r">
              <a:spcBef>
                <a:spcPts val="0"/>
              </a:spcBef>
              <a:spcAft>
                <a:spcPts val="0"/>
              </a:spcAft>
            </a:pPr>
            <a:r>
              <a:rPr sz="720" b="1">
                <a:solidFill>
                  <a:srgbClr val="646973"/>
                </a:solidFill>
                <a:latin typeface="Montserrat"/>
              </a:rPr>
              <a:t>20</a:t>
            </a:r>
          </a:p>
        </p:txBody>
      </p:sp>
    </p:spTree>
  </p:cSld>
  <p:clrMapOvr>
    <a:masterClrMapping/>
  </p:clrMapOvr>
</p:sld>
</file>

<file path=ppt/slides/slide2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325" name="Shape 32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26" name="Google Shape;326;p55"/>
          <p:cNvSpPr txBox="1"/>
          <p:nvPr>
            <p:ph type="title"/>
          </p:nvPr>
        </p:nvSpPr>
        <p:spPr>
          <a:xfrm>
            <a:off x="202550" y="289279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r>
              <a:rPr sz="2200" b="1">
                <a:solidFill>
                  <a:srgbClr val="0E39A9"/>
                </a:solidFill>
                <a:latin typeface="Montserrat"/>
              </a:rPr>
              <a:t>Deployment - Backend - Serialize the Vector Database</a:t>
            </a:r>
          </a:p>
        </p:txBody>
      </p:sp>
      <p:sp>
        <p:nvSpPr>
          <p:cNvPr id="327" name="Rectangle 326"/>
          <p:cNvSpPr/>
          <p:nvPr/>
        </p:nvSpPr>
        <p:spPr>
          <a:xfrm>
            <a:off x="502920" y="1005840"/>
            <a:ext cx="8138160" cy="32004"/>
          </a:xfrm>
          <a:prstGeom prst="rect">
            <a:avLst/>
          </a:prstGeom>
          <a:solidFill>
            <a:srgbClr val="0E39A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28" name="TextBox 327"/>
          <p:cNvSpPr txBox="1"/>
          <p:nvPr/>
        </p:nvSpPr>
        <p:spPr>
          <a:xfrm>
            <a:off x="694944" y="1325880"/>
            <a:ext cx="6080760" cy="256032"/>
          </a:xfrm>
          <a:prstGeom prst="rect">
            <a:avLst/>
          </a:prstGeom>
          <a:noFill/>
        </p:spPr>
        <p:txBody>
          <a:bodyPr wrap="square" lIns="82296" rIns="36576" tIns="18288" bIns="18288">
            <a:norm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350" b="0">
                <a:solidFill>
                  <a:srgbClr val="000000"/>
                </a:solidFill>
                <a:latin typeface="Montserrat"/>
              </a:rPr>
              <a:t>Backend artifact: backend/faiss_index/index.faiss.</a:t>
            </a:r>
          </a:p>
        </p:txBody>
      </p:sp>
      <p:sp>
        <p:nvSpPr>
          <p:cNvPr id="329" name="Oval 328"/>
          <p:cNvSpPr/>
          <p:nvPr/>
        </p:nvSpPr>
        <p:spPr>
          <a:xfrm>
            <a:off x="402336" y="1426464"/>
            <a:ext cx="192024" cy="192024"/>
          </a:xfrm>
          <a:prstGeom prst="ellipse">
            <a:avLst/>
          </a:prstGeom>
          <a:solidFill>
            <a:srgbClr val="0944A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30" name="TextBox 329"/>
          <p:cNvSpPr txBox="1"/>
          <p:nvPr/>
        </p:nvSpPr>
        <p:spPr>
          <a:xfrm>
            <a:off x="694944" y="1613916"/>
            <a:ext cx="6080760" cy="448056"/>
          </a:xfrm>
          <a:prstGeom prst="rect">
            <a:avLst/>
          </a:prstGeom>
          <a:noFill/>
        </p:spPr>
        <p:txBody>
          <a:bodyPr wrap="square" lIns="82296" rIns="36576" tIns="18288" bIns="18288">
            <a:norm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350" b="0">
                <a:solidFill>
                  <a:srgbClr val="000000"/>
                </a:solidFill>
                <a:latin typeface="Montserrat"/>
              </a:rPr>
              <a:t>Metadata and document store: backend/faiss_index/index.pkl.</a:t>
            </a:r>
          </a:p>
        </p:txBody>
      </p:sp>
      <p:sp>
        <p:nvSpPr>
          <p:cNvPr id="331" name="Oval 330"/>
          <p:cNvSpPr/>
          <p:nvPr/>
        </p:nvSpPr>
        <p:spPr>
          <a:xfrm>
            <a:off x="402336" y="1714500"/>
            <a:ext cx="192024" cy="192024"/>
          </a:xfrm>
          <a:prstGeom prst="ellipse">
            <a:avLst/>
          </a:prstGeom>
          <a:solidFill>
            <a:srgbClr val="0944A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32" name="TextBox 331"/>
          <p:cNvSpPr txBox="1"/>
          <p:nvPr/>
        </p:nvSpPr>
        <p:spPr>
          <a:xfrm>
            <a:off x="694944" y="2093976"/>
            <a:ext cx="6080760" cy="448056"/>
          </a:xfrm>
          <a:prstGeom prst="rect">
            <a:avLst/>
          </a:prstGeom>
          <a:noFill/>
        </p:spPr>
        <p:txBody>
          <a:bodyPr wrap="square" lIns="82296" rIns="36576" tIns="18288" bIns="18288">
            <a:normAutofit/>
          </a:bodyPr>
          <a:lstStyle/>
          <a:p>
            <a:r>
              <a:t>The persisted FAISS index contains 178 normalized vectors from the policy knowledge base.</a:t>
            </a:r>
          </a:p>
        </p:txBody>
      </p:sp>
      <p:sp>
        <p:nvSpPr>
          <p:cNvPr id="333" name="Oval 332"/>
          <p:cNvSpPr/>
          <p:nvPr/>
        </p:nvSpPr>
        <p:spPr>
          <a:xfrm>
            <a:off x="402336" y="2194560"/>
            <a:ext cx="192024" cy="192024"/>
          </a:xfrm>
          <a:prstGeom prst="ellipse">
            <a:avLst/>
          </a:prstGeom>
          <a:solidFill>
            <a:srgbClr val="0944A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34" name="TextBox 333"/>
          <p:cNvSpPr txBox="1"/>
          <p:nvPr/>
        </p:nvSpPr>
        <p:spPr>
          <a:xfrm>
            <a:off x="694944" y="2574036"/>
            <a:ext cx="6080760" cy="649224"/>
          </a:xfrm>
          <a:prstGeom prst="rect">
            <a:avLst/>
          </a:prstGeom>
          <a:noFill/>
        </p:spPr>
        <p:txBody>
          <a:bodyPr wrap="square" lIns="82296" rIns="36576" tIns="18288" bIns="18288">
            <a:norm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350" b="0">
                <a:solidFill>
                  <a:srgbClr val="000000"/>
                </a:solidFill>
                <a:latin typeface="Montserrat"/>
              </a:rPr>
              <a:t>The backend loads the trusted local artifact at startup; the Docker image copies the index into /app/faiss_index.</a:t>
            </a:r>
          </a:p>
        </p:txBody>
      </p:sp>
      <p:sp>
        <p:nvSpPr>
          <p:cNvPr id="335" name="Oval 334"/>
          <p:cNvSpPr/>
          <p:nvPr/>
        </p:nvSpPr>
        <p:spPr>
          <a:xfrm>
            <a:off x="402336" y="2674620"/>
            <a:ext cx="192024" cy="192024"/>
          </a:xfrm>
          <a:prstGeom prst="ellipse">
            <a:avLst/>
          </a:prstGeom>
          <a:solidFill>
            <a:srgbClr val="0944A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36" name="TextBox 335"/>
          <p:cNvSpPr txBox="1"/>
          <p:nvPr/>
        </p:nvSpPr>
        <p:spPr>
          <a:xfrm>
            <a:off x="694944" y="3255264"/>
            <a:ext cx="6080760" cy="448056"/>
          </a:xfrm>
          <a:prstGeom prst="rect">
            <a:avLst/>
          </a:prstGeom>
          <a:noFill/>
        </p:spPr>
        <p:txBody>
          <a:bodyPr wrap="square" lIns="82296" rIns="36576" tIns="18288" bIns="18288">
            <a:norm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350" b="0">
                <a:solidFill>
                  <a:srgbClr val="000000"/>
                </a:solidFill>
                <a:latin typeface="Montserrat"/>
              </a:rPr>
              <a:t>The artifact must be rebuilt whenever source documents, chunking, or embeddings change.</a:t>
            </a:r>
          </a:p>
        </p:txBody>
      </p:sp>
      <p:sp>
        <p:nvSpPr>
          <p:cNvPr id="337" name="Oval 336"/>
          <p:cNvSpPr/>
          <p:nvPr/>
        </p:nvSpPr>
        <p:spPr>
          <a:xfrm>
            <a:off x="402336" y="3355848"/>
            <a:ext cx="192024" cy="192024"/>
          </a:xfrm>
          <a:prstGeom prst="ellipse">
            <a:avLst/>
          </a:prstGeom>
          <a:solidFill>
            <a:srgbClr val="0944A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38" name="Rounded Rectangle 337"/>
          <p:cNvSpPr/>
          <p:nvPr/>
        </p:nvSpPr>
        <p:spPr>
          <a:xfrm>
            <a:off x="6967728" y="1783080"/>
            <a:ext cx="1627632" cy="2514600"/>
          </a:xfrm>
          <a:prstGeom prst="roundRect">
            <a:avLst/>
          </a:prstGeom>
          <a:solidFill>
            <a:srgbClr val="F8FAFE"/>
          </a:solidFill>
          <a:ln w="12700">
            <a:solidFill>
              <a:srgbClr val="BECBE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39" name="TextBox 338"/>
          <p:cNvSpPr txBox="1"/>
          <p:nvPr/>
        </p:nvSpPr>
        <p:spPr>
          <a:xfrm>
            <a:off x="7040880" y="1856231"/>
            <a:ext cx="1481328" cy="201168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>
              <a:spcBef>
                <a:spcPts val="0"/>
              </a:spcBef>
              <a:spcAft>
                <a:spcPts val="0"/>
              </a:spcAft>
            </a:pPr>
            <a:r>
              <a:rPr sz="760" b="1">
                <a:solidFill>
                  <a:srgbClr val="0E39A9"/>
                </a:solidFill>
                <a:latin typeface="Montserrat"/>
              </a:rPr>
              <a:t>IMPLEMENTATION</a:t>
            </a:r>
          </a:p>
        </p:txBody>
      </p:sp>
      <p:sp>
        <p:nvSpPr>
          <p:cNvPr id="340" name="Rounded Rectangle 339"/>
          <p:cNvSpPr/>
          <p:nvPr/>
        </p:nvSpPr>
        <p:spPr>
          <a:xfrm>
            <a:off x="7114032" y="2295144"/>
            <a:ext cx="530352" cy="438912"/>
          </a:xfrm>
          <a:prstGeom prst="roundRect">
            <a:avLst/>
          </a:prstGeom>
          <a:solidFill>
            <a:srgbClr val="E8EFFF"/>
          </a:solidFill>
          <a:ln w="10160">
            <a:solidFill>
              <a:srgbClr val="0E39A9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7432" rIns="27432" tIns="9144" bIns="9144"/>
          <a:lstStyle/>
          <a:p>
            <a:pPr algn="ctr">
              <a:spcBef>
                <a:spcPts val="0"/>
              </a:spcBef>
              <a:spcAft>
                <a:spcPts val="0"/>
              </a:spcAft>
            </a:pPr>
            <a:r>
              <a:rPr sz="600" b="1">
                <a:solidFill>
                  <a:srgbClr val="000000"/>
                </a:solidFill>
                <a:latin typeface="Montserrat"/>
              </a:rPr>
              <a:t>FAISS</a:t>
            </a:r>
          </a:p>
          <a:p>
            <a:pPr algn="ctr">
              <a:spcBef>
                <a:spcPts val="0"/>
              </a:spcBef>
              <a:spcAft>
                <a:spcPts val="0"/>
              </a:spcAft>
            </a:pPr>
            <a:r>
              <a:rPr sz="600" b="1">
                <a:solidFill>
                  <a:srgbClr val="000000"/>
                </a:solidFill>
                <a:latin typeface="Montserrat"/>
              </a:rPr>
              <a:t>index</a:t>
            </a:r>
          </a:p>
        </p:txBody>
      </p:sp>
      <p:sp>
        <p:nvSpPr>
          <p:cNvPr id="341" name="Chevron 340"/>
          <p:cNvSpPr/>
          <p:nvPr/>
        </p:nvSpPr>
        <p:spPr>
          <a:xfrm>
            <a:off x="7680960" y="2432304"/>
            <a:ext cx="164592" cy="164592"/>
          </a:xfrm>
          <a:prstGeom prst="chevron">
            <a:avLst/>
          </a:prstGeom>
          <a:solidFill>
            <a:srgbClr val="96A0A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42" name="Rounded Rectangle 341"/>
          <p:cNvSpPr/>
          <p:nvPr/>
        </p:nvSpPr>
        <p:spPr>
          <a:xfrm>
            <a:off x="7882128" y="2295144"/>
            <a:ext cx="530352" cy="438912"/>
          </a:xfrm>
          <a:prstGeom prst="roundRect">
            <a:avLst/>
          </a:prstGeom>
          <a:solidFill>
            <a:srgbClr val="E6F7F6"/>
          </a:solidFill>
          <a:ln w="10160">
            <a:solidFill>
              <a:srgbClr val="009CA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7432" rIns="27432" tIns="9144" bIns="9144"/>
          <a:lstStyle/>
          <a:p>
            <a:pPr algn="ctr">
              <a:spcBef>
                <a:spcPts val="0"/>
              </a:spcBef>
              <a:spcAft>
                <a:spcPts val="0"/>
              </a:spcAft>
            </a:pPr>
            <a:r>
              <a:rPr sz="600" b="1">
                <a:solidFill>
                  <a:srgbClr val="000000"/>
                </a:solidFill>
                <a:latin typeface="Montserrat"/>
              </a:rPr>
              <a:t>Flask</a:t>
            </a:r>
          </a:p>
          <a:p>
            <a:pPr algn="ctr">
              <a:spcBef>
                <a:spcPts val="0"/>
              </a:spcBef>
              <a:spcAft>
                <a:spcPts val="0"/>
              </a:spcAft>
            </a:pPr>
            <a:r>
              <a:rPr sz="600" b="1">
                <a:solidFill>
                  <a:srgbClr val="000000"/>
                </a:solidFill>
                <a:latin typeface="Montserrat"/>
              </a:rPr>
              <a:t>API</a:t>
            </a:r>
          </a:p>
        </p:txBody>
      </p:sp>
      <p:sp>
        <p:nvSpPr>
          <p:cNvPr id="343" name="Chevron 342"/>
          <p:cNvSpPr/>
          <p:nvPr/>
        </p:nvSpPr>
        <p:spPr>
          <a:xfrm>
            <a:off x="7680960" y="2944368"/>
            <a:ext cx="164592" cy="164592"/>
          </a:xfrm>
          <a:prstGeom prst="chevron">
            <a:avLst/>
          </a:prstGeom>
          <a:solidFill>
            <a:srgbClr val="96A0A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44" name="Rounded Rectangle 343"/>
          <p:cNvSpPr/>
          <p:nvPr/>
        </p:nvSpPr>
        <p:spPr>
          <a:xfrm>
            <a:off x="7516368" y="3218688"/>
            <a:ext cx="713232" cy="438912"/>
          </a:xfrm>
          <a:prstGeom prst="roundRect">
            <a:avLst/>
          </a:prstGeom>
          <a:solidFill>
            <a:srgbClr val="ECF8F0"/>
          </a:solidFill>
          <a:ln w="10160">
            <a:solidFill>
              <a:srgbClr val="1F7752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7432" rIns="27432" tIns="9144" bIns="9144"/>
          <a:lstStyle/>
          <a:p>
            <a:pPr algn="ctr">
              <a:spcBef>
                <a:spcPts val="0"/>
              </a:spcBef>
              <a:spcAft>
                <a:spcPts val="0"/>
              </a:spcAft>
            </a:pPr>
            <a:r>
              <a:rPr sz="600" b="1">
                <a:solidFill>
                  <a:srgbClr val="000000"/>
                </a:solidFill>
                <a:latin typeface="Montserrat"/>
              </a:rPr>
              <a:t>Streamlit</a:t>
            </a:r>
          </a:p>
          <a:p>
            <a:pPr algn="ctr">
              <a:spcBef>
                <a:spcPts val="0"/>
              </a:spcBef>
              <a:spcAft>
                <a:spcPts val="0"/>
              </a:spcAft>
            </a:pPr>
            <a:r>
              <a:rPr sz="600" b="1">
                <a:solidFill>
                  <a:srgbClr val="000000"/>
                </a:solidFill>
                <a:latin typeface="Montserrat"/>
              </a:rPr>
              <a:t>UI</a:t>
            </a:r>
          </a:p>
        </p:txBody>
      </p:sp>
      <p:sp>
        <p:nvSpPr>
          <p:cNvPr id="345" name="Rounded Rectangle 344"/>
          <p:cNvSpPr/>
          <p:nvPr/>
        </p:nvSpPr>
        <p:spPr>
          <a:xfrm>
            <a:off x="7333488" y="3886200"/>
            <a:ext cx="896112" cy="347472"/>
          </a:xfrm>
          <a:prstGeom prst="roundRect">
            <a:avLst/>
          </a:prstGeom>
          <a:solidFill>
            <a:srgbClr val="FFF5E0"/>
          </a:solidFill>
          <a:ln w="10160">
            <a:solidFill>
              <a:srgbClr val="CA912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7432" rIns="27432" tIns="9144" bIns="9144"/>
          <a:lstStyle/>
          <a:p>
            <a:pPr algn="ctr">
              <a:spcBef>
                <a:spcPts val="0"/>
              </a:spcBef>
              <a:spcAft>
                <a:spcPts val="0"/>
              </a:spcAft>
            </a:pPr>
            <a:r>
              <a:rPr sz="600" b="1">
                <a:solidFill>
                  <a:srgbClr val="000000"/>
                </a:solidFill>
                <a:latin typeface="Montserrat"/>
              </a:rPr>
              <a:t>Docker +</a:t>
            </a:r>
          </a:p>
          <a:p>
            <a:pPr algn="ctr">
              <a:spcBef>
                <a:spcPts val="0"/>
              </a:spcBef>
              <a:spcAft>
                <a:spcPts val="0"/>
              </a:spcAft>
            </a:pPr>
            <a:r>
              <a:rPr sz="600" b="1">
                <a:solidFill>
                  <a:srgbClr val="000000"/>
                </a:solidFill>
                <a:latin typeface="Montserrat"/>
              </a:rPr>
              <a:t>Codespaces</a:t>
            </a:r>
          </a:p>
        </p:txBody>
      </p:sp>
      <p:sp>
        <p:nvSpPr>
          <p:cNvPr id="346" name="TextBox 345"/>
          <p:cNvSpPr txBox="1"/>
          <p:nvPr/>
        </p:nvSpPr>
        <p:spPr>
          <a:xfrm>
            <a:off x="8339327" y="4818888"/>
            <a:ext cx="384048" cy="146304"/>
          </a:xfrm>
          <a:prstGeom prst="rect">
            <a:avLst/>
          </a:prstGeom>
          <a:noFill/>
        </p:spPr>
        <p:txBody>
          <a:bodyPr wrap="none" lIns="0" rIns="0">
            <a:spAutoFit/>
          </a:bodyPr>
          <a:lstStyle/>
          <a:p>
            <a:pPr algn="r">
              <a:spcBef>
                <a:spcPts val="0"/>
              </a:spcBef>
              <a:spcAft>
                <a:spcPts val="0"/>
              </a:spcAft>
            </a:pPr>
            <a:r>
              <a:rPr sz="720" b="1">
                <a:solidFill>
                  <a:srgbClr val="646973"/>
                </a:solidFill>
                <a:latin typeface="Montserrat"/>
              </a:rPr>
              <a:t>21</a:t>
            </a:r>
          </a:p>
        </p:txBody>
      </p:sp>
    </p:spTree>
  </p:cSld>
  <p:clrMapOvr>
    <a:masterClrMapping/>
  </p:clrMapOvr>
</p:sld>
</file>

<file path=ppt/slides/slide2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333" name="Shape 33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34" name="Google Shape;334;p56"/>
          <p:cNvSpPr txBox="1"/>
          <p:nvPr>
            <p:ph type="title"/>
          </p:nvPr>
        </p:nvSpPr>
        <p:spPr>
          <a:xfrm>
            <a:off x="202550" y="289279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r>
              <a:rPr sz="2200" b="1">
                <a:solidFill>
                  <a:srgbClr val="0E39A9"/>
                </a:solidFill>
                <a:latin typeface="Montserrat"/>
              </a:rPr>
              <a:t>Deployment - Backend - Define the Flask Application</a:t>
            </a:r>
          </a:p>
        </p:txBody>
      </p:sp>
      <p:sp>
        <p:nvSpPr>
          <p:cNvPr id="335" name="Rectangle 334"/>
          <p:cNvSpPr/>
          <p:nvPr/>
        </p:nvSpPr>
        <p:spPr>
          <a:xfrm>
            <a:off x="502920" y="1005840"/>
            <a:ext cx="8138160" cy="32004"/>
          </a:xfrm>
          <a:prstGeom prst="rect">
            <a:avLst/>
          </a:prstGeom>
          <a:solidFill>
            <a:srgbClr val="0E39A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36" name="TextBox 335"/>
          <p:cNvSpPr txBox="1"/>
          <p:nvPr/>
        </p:nvSpPr>
        <p:spPr>
          <a:xfrm>
            <a:off x="694944" y="1325880"/>
            <a:ext cx="6729984" cy="448056"/>
          </a:xfrm>
          <a:prstGeom prst="rect">
            <a:avLst/>
          </a:prstGeom>
          <a:noFill/>
        </p:spPr>
        <p:txBody>
          <a:bodyPr wrap="square" lIns="82296" rIns="36576" tIns="18288" bIns="18288">
            <a:norm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250" b="0">
                <a:solidFill>
                  <a:srgbClr val="000000"/>
                </a:solidFill>
                <a:latin typeface="Montserrat"/>
              </a:rPr>
              <a:t>Service entry point: backend/app.py; production command uses Gunicorn and app:rag_api.</a:t>
            </a:r>
          </a:p>
        </p:txBody>
      </p:sp>
      <p:sp>
        <p:nvSpPr>
          <p:cNvPr id="337" name="Oval 336"/>
          <p:cNvSpPr/>
          <p:nvPr/>
        </p:nvSpPr>
        <p:spPr>
          <a:xfrm>
            <a:off x="402336" y="1426464"/>
            <a:ext cx="192024" cy="192024"/>
          </a:xfrm>
          <a:prstGeom prst="ellipse">
            <a:avLst/>
          </a:prstGeom>
          <a:solidFill>
            <a:srgbClr val="0944A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38" name="TextBox 337"/>
          <p:cNvSpPr txBox="1"/>
          <p:nvPr/>
        </p:nvSpPr>
        <p:spPr>
          <a:xfrm>
            <a:off x="694944" y="1805940"/>
            <a:ext cx="6729984" cy="649224"/>
          </a:xfrm>
          <a:prstGeom prst="rect">
            <a:avLst/>
          </a:prstGeom>
          <a:noFill/>
        </p:spPr>
        <p:txBody>
          <a:bodyPr wrap="square" lIns="82296" rIns="36576" tIns="18288" bIns="18288">
            <a:norm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250" b="0">
                <a:solidFill>
                  <a:srgbClr val="000000"/>
                </a:solidFill>
                <a:latin typeface="Montserrat"/>
              </a:rPr>
              <a:t>POST /v1/relevant_chunks returns the top-k retrieved policy chunks; answer endpoints return generated output with optional evidence.</a:t>
            </a:r>
          </a:p>
        </p:txBody>
      </p:sp>
      <p:sp>
        <p:nvSpPr>
          <p:cNvPr id="339" name="Oval 338"/>
          <p:cNvSpPr/>
          <p:nvPr/>
        </p:nvSpPr>
        <p:spPr>
          <a:xfrm>
            <a:off x="402336" y="1906524"/>
            <a:ext cx="192024" cy="192024"/>
          </a:xfrm>
          <a:prstGeom prst="ellipse">
            <a:avLst/>
          </a:prstGeom>
          <a:solidFill>
            <a:srgbClr val="0944A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40" name="TextBox 339"/>
          <p:cNvSpPr txBox="1"/>
          <p:nvPr/>
        </p:nvSpPr>
        <p:spPr>
          <a:xfrm>
            <a:off x="694944" y="2487168"/>
            <a:ext cx="6729984" cy="649224"/>
          </a:xfrm>
          <a:prstGeom prst="rect">
            <a:avLst/>
          </a:prstGeom>
          <a:noFill/>
        </p:spPr>
        <p:txBody>
          <a:bodyPr wrap="square" lIns="82296" rIns="36576" tIns="18288" bIns="18288">
            <a:norm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250" b="0">
                <a:solidFill>
                  <a:srgbClr val="000000"/>
                </a:solidFill>
                <a:latin typeface="Montserrat"/>
              </a:rPr>
              <a:t>Request validation rejects missing/non-JSON bodies, blank queries, invalid k, and out-of-range generation parameters with JSON HTTP 400 responses.</a:t>
            </a:r>
          </a:p>
        </p:txBody>
      </p:sp>
      <p:sp>
        <p:nvSpPr>
          <p:cNvPr id="341" name="Oval 340"/>
          <p:cNvSpPr/>
          <p:nvPr/>
        </p:nvSpPr>
        <p:spPr>
          <a:xfrm>
            <a:off x="402336" y="2587752"/>
            <a:ext cx="192024" cy="192024"/>
          </a:xfrm>
          <a:prstGeom prst="ellipse">
            <a:avLst/>
          </a:prstGeom>
          <a:solidFill>
            <a:srgbClr val="0944A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42" name="TextBox 341"/>
          <p:cNvSpPr txBox="1"/>
          <p:nvPr/>
        </p:nvSpPr>
        <p:spPr>
          <a:xfrm>
            <a:off x="694944" y="3168396"/>
            <a:ext cx="6729984" cy="649224"/>
          </a:xfrm>
          <a:prstGeom prst="rect">
            <a:avLst/>
          </a:prstGeom>
          <a:noFill/>
        </p:spPr>
        <p:txBody>
          <a:bodyPr wrap="square" lIns="82296" rIns="36576" tIns="18288" bIns="18288">
            <a:norm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250" b="0">
                <a:solidFill>
                  <a:srgbClr val="000000"/>
                </a:solidFill>
                <a:latin typeface="Montserrat"/>
              </a:rPr>
              <a:t>Unexpected inference failures are logged server-side and returned as a generic JSON HTTP 500 response; 404/405 errors also use JSON responses.</a:t>
            </a:r>
          </a:p>
        </p:txBody>
      </p:sp>
      <p:sp>
        <p:nvSpPr>
          <p:cNvPr id="343" name="Oval 342"/>
          <p:cNvSpPr/>
          <p:nvPr/>
        </p:nvSpPr>
        <p:spPr>
          <a:xfrm>
            <a:off x="402336" y="3268980"/>
            <a:ext cx="192024" cy="192024"/>
          </a:xfrm>
          <a:prstGeom prst="ellipse">
            <a:avLst/>
          </a:prstGeom>
          <a:solidFill>
            <a:srgbClr val="0944A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44" name="TextBox 343"/>
          <p:cNvSpPr txBox="1"/>
          <p:nvPr/>
        </p:nvSpPr>
        <p:spPr>
          <a:xfrm>
            <a:off x="694944" y="3849624"/>
            <a:ext cx="6729984" cy="448056"/>
          </a:xfrm>
          <a:prstGeom prst="rect">
            <a:avLst/>
          </a:prstGeom>
          <a:noFill/>
        </p:spPr>
        <p:txBody>
          <a:bodyPr wrap="square" lIns="82296" rIns="36576" tIns="18288" bIns="18288">
            <a:norm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250" b="0">
                <a:solidFill>
                  <a:srgbClr val="000000"/>
                </a:solidFill>
                <a:latin typeface="Montserrat"/>
              </a:rPr>
              <a:t>GET / returns a readiness message; container binding is 0.0.0.0:7860 and local smoke tests use port 5000.</a:t>
            </a:r>
          </a:p>
        </p:txBody>
      </p:sp>
      <p:sp>
        <p:nvSpPr>
          <p:cNvPr id="345" name="Oval 344"/>
          <p:cNvSpPr/>
          <p:nvPr/>
        </p:nvSpPr>
        <p:spPr>
          <a:xfrm>
            <a:off x="402336" y="3950208"/>
            <a:ext cx="192024" cy="192024"/>
          </a:xfrm>
          <a:prstGeom prst="ellipse">
            <a:avLst/>
          </a:prstGeom>
          <a:solidFill>
            <a:srgbClr val="0944A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46" name="TextBox 345"/>
          <p:cNvSpPr txBox="1"/>
          <p:nvPr/>
        </p:nvSpPr>
        <p:spPr>
          <a:xfrm>
            <a:off x="694944" y="4329684"/>
            <a:ext cx="6729984" cy="352043"/>
          </a:xfrm>
          <a:prstGeom prst="rect">
            <a:avLst/>
          </a:prstGeom>
          <a:noFill/>
        </p:spPr>
        <p:txBody>
          <a:bodyPr wrap="square" lIns="82296" rIns="36576" tIns="18288" bIns="18288">
            <a:norm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250" b="0">
                <a:solidFill>
                  <a:srgbClr val="000000"/>
                </a:solidFill>
                <a:latin typeface="Montserrat"/>
              </a:rPr>
              <a:t>Defaults: k=5, gpt-4o-mini, temperature=0.0, top_p=1.0, max_tokens=512.</a:t>
            </a:r>
          </a:p>
        </p:txBody>
      </p:sp>
      <p:sp>
        <p:nvSpPr>
          <p:cNvPr id="347" name="Oval 346"/>
          <p:cNvSpPr/>
          <p:nvPr/>
        </p:nvSpPr>
        <p:spPr>
          <a:xfrm>
            <a:off x="402336" y="4430268"/>
            <a:ext cx="192024" cy="192024"/>
          </a:xfrm>
          <a:prstGeom prst="ellipse">
            <a:avLst/>
          </a:prstGeom>
          <a:solidFill>
            <a:srgbClr val="0944A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48" name="TextBox 347"/>
          <p:cNvSpPr txBox="1"/>
          <p:nvPr/>
        </p:nvSpPr>
        <p:spPr>
          <a:xfrm>
            <a:off x="8339327" y="4818888"/>
            <a:ext cx="384048" cy="146304"/>
          </a:xfrm>
          <a:prstGeom prst="rect">
            <a:avLst/>
          </a:prstGeom>
          <a:noFill/>
        </p:spPr>
        <p:txBody>
          <a:bodyPr wrap="none" lIns="0" rIns="0">
            <a:spAutoFit/>
          </a:bodyPr>
          <a:lstStyle/>
          <a:p>
            <a:pPr algn="r">
              <a:spcBef>
                <a:spcPts val="0"/>
              </a:spcBef>
              <a:spcAft>
                <a:spcPts val="0"/>
              </a:spcAft>
            </a:pPr>
            <a:r>
              <a:rPr sz="720" b="1">
                <a:solidFill>
                  <a:srgbClr val="646973"/>
                </a:solidFill>
                <a:latin typeface="Montserrat"/>
              </a:rPr>
              <a:t>22</a:t>
            </a:r>
          </a:p>
        </p:txBody>
      </p:sp>
    </p:spTree>
  </p:cSld>
  <p:clrMapOvr>
    <a:masterClrMapping/>
  </p:clrMapOvr>
</p:sld>
</file>

<file path=ppt/slides/slide2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341" name="Shape 34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42" name="Google Shape;342;p57"/>
          <p:cNvSpPr txBox="1"/>
          <p:nvPr>
            <p:ph type="title"/>
          </p:nvPr>
        </p:nvSpPr>
        <p:spPr>
          <a:xfrm>
            <a:off x="202550" y="289279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r>
              <a:rPr sz="2200" b="1">
                <a:solidFill>
                  <a:srgbClr val="0E39A9"/>
                </a:solidFill>
                <a:latin typeface="Montserrat"/>
              </a:rPr>
              <a:t>Deployment - Backend - Define the Dependencies</a:t>
            </a:r>
          </a:p>
        </p:txBody>
      </p:sp>
      <p:sp>
        <p:nvSpPr>
          <p:cNvPr id="343" name="Rectangle 342"/>
          <p:cNvSpPr/>
          <p:nvPr/>
        </p:nvSpPr>
        <p:spPr>
          <a:xfrm>
            <a:off x="502920" y="1005840"/>
            <a:ext cx="8138160" cy="32004"/>
          </a:xfrm>
          <a:prstGeom prst="rect">
            <a:avLst/>
          </a:prstGeom>
          <a:solidFill>
            <a:srgbClr val="0E39A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44" name="TextBox 343"/>
          <p:cNvSpPr txBox="1"/>
          <p:nvPr/>
        </p:nvSpPr>
        <p:spPr>
          <a:xfrm>
            <a:off x="694944" y="1325880"/>
            <a:ext cx="6729984" cy="448056"/>
          </a:xfrm>
          <a:prstGeom prst="rect">
            <a:avLst/>
          </a:prstGeom>
          <a:noFill/>
        </p:spPr>
        <p:txBody>
          <a:bodyPr wrap="square" lIns="82296" rIns="36576" tIns="18288" bIns="18288">
            <a:norm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250" b="0">
                <a:solidFill>
                  <a:srgbClr val="000000"/>
                </a:solidFill>
                <a:latin typeface="Montserrat"/>
              </a:rPr>
              <a:t>All runtime dependencies are version-pinned in backend/requirements.txt.</a:t>
            </a:r>
          </a:p>
        </p:txBody>
      </p:sp>
      <p:sp>
        <p:nvSpPr>
          <p:cNvPr id="345" name="Oval 344"/>
          <p:cNvSpPr/>
          <p:nvPr/>
        </p:nvSpPr>
        <p:spPr>
          <a:xfrm>
            <a:off x="402336" y="1426464"/>
            <a:ext cx="192024" cy="192024"/>
          </a:xfrm>
          <a:prstGeom prst="ellipse">
            <a:avLst/>
          </a:prstGeom>
          <a:solidFill>
            <a:srgbClr val="0944A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46" name="TextBox 345"/>
          <p:cNvSpPr txBox="1"/>
          <p:nvPr/>
        </p:nvSpPr>
        <p:spPr>
          <a:xfrm>
            <a:off x="694944" y="1805940"/>
            <a:ext cx="6729984" cy="448056"/>
          </a:xfrm>
          <a:prstGeom prst="rect">
            <a:avLst/>
          </a:prstGeom>
          <a:noFill/>
        </p:spPr>
        <p:txBody>
          <a:bodyPr wrap="square" lIns="82296" rIns="36576" tIns="18288" bIns="18288">
            <a:norm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250" b="0">
                <a:solidFill>
                  <a:srgbClr val="000000"/>
                </a:solidFill>
                <a:latin typeface="Montserrat"/>
              </a:rPr>
              <a:t>Flask 3.1.3, Werkzeug 3.1.8, requests 2.34.2, Gunicorn 26.2.0, and uvicorn 0.52.3.</a:t>
            </a:r>
          </a:p>
        </p:txBody>
      </p:sp>
      <p:sp>
        <p:nvSpPr>
          <p:cNvPr id="347" name="Oval 346"/>
          <p:cNvSpPr/>
          <p:nvPr/>
        </p:nvSpPr>
        <p:spPr>
          <a:xfrm>
            <a:off x="402336" y="1906524"/>
            <a:ext cx="192024" cy="192024"/>
          </a:xfrm>
          <a:prstGeom prst="ellipse">
            <a:avLst/>
          </a:prstGeom>
          <a:solidFill>
            <a:srgbClr val="0944A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48" name="TextBox 347"/>
          <p:cNvSpPr txBox="1"/>
          <p:nvPr/>
        </p:nvSpPr>
        <p:spPr>
          <a:xfrm>
            <a:off x="694944" y="2286000"/>
            <a:ext cx="6729984" cy="649224"/>
          </a:xfrm>
          <a:prstGeom prst="rect">
            <a:avLst/>
          </a:prstGeom>
          <a:noFill/>
        </p:spPr>
        <p:txBody>
          <a:bodyPr wrap="square" lIns="82296" rIns="36576" tIns="18288" bIns="18288">
            <a:norm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250" b="0">
                <a:solidFill>
                  <a:srgbClr val="000000"/>
                </a:solidFill>
                <a:latin typeface="Montserrat"/>
              </a:rPr>
              <a:t>LangChain HuggingFace 1.2.2, Community 0.4.2, OpenAI 1.6.1, sentence-transformers 6.1.0, faiss-cpu 1.15.0, truststore 0.10.4.</a:t>
            </a:r>
          </a:p>
        </p:txBody>
      </p:sp>
      <p:sp>
        <p:nvSpPr>
          <p:cNvPr id="349" name="Oval 348"/>
          <p:cNvSpPr/>
          <p:nvPr/>
        </p:nvSpPr>
        <p:spPr>
          <a:xfrm>
            <a:off x="402336" y="2386584"/>
            <a:ext cx="192024" cy="192024"/>
          </a:xfrm>
          <a:prstGeom prst="ellipse">
            <a:avLst/>
          </a:prstGeom>
          <a:solidFill>
            <a:srgbClr val="0944A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50" name="TextBox 349"/>
          <p:cNvSpPr txBox="1"/>
          <p:nvPr/>
        </p:nvSpPr>
        <p:spPr>
          <a:xfrm>
            <a:off x="694944" y="2967228"/>
            <a:ext cx="6729984" cy="448056"/>
          </a:xfrm>
          <a:prstGeom prst="rect">
            <a:avLst/>
          </a:prstGeom>
          <a:noFill/>
        </p:spPr>
        <p:txBody>
          <a:bodyPr wrap="square" lIns="82296" rIns="36576" tIns="18288" bIns="18288">
            <a:norm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250" b="0">
                <a:solidFill>
                  <a:srgbClr val="000000"/>
                </a:solidFill>
                <a:latin typeface="Montserrat"/>
              </a:rPr>
              <a:t>Docker pins torch 2.14.0 from the CPU-only PyTorch index before installing the requirements file.</a:t>
            </a:r>
          </a:p>
        </p:txBody>
      </p:sp>
      <p:sp>
        <p:nvSpPr>
          <p:cNvPr id="351" name="Oval 350"/>
          <p:cNvSpPr/>
          <p:nvPr/>
        </p:nvSpPr>
        <p:spPr>
          <a:xfrm>
            <a:off x="402336" y="3067812"/>
            <a:ext cx="192024" cy="192024"/>
          </a:xfrm>
          <a:prstGeom prst="ellipse">
            <a:avLst/>
          </a:prstGeom>
          <a:solidFill>
            <a:srgbClr val="0944A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52" name="TextBox 351"/>
          <p:cNvSpPr txBox="1"/>
          <p:nvPr/>
        </p:nvSpPr>
        <p:spPr>
          <a:xfrm>
            <a:off x="694944" y="3447288"/>
            <a:ext cx="6729984" cy="448056"/>
          </a:xfrm>
          <a:prstGeom prst="rect">
            <a:avLst/>
          </a:prstGeom>
          <a:noFill/>
        </p:spPr>
        <p:txBody>
          <a:bodyPr wrap="square" lIns="82296" rIns="36576" tIns="18288" bIns="18288">
            <a:norm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250" b="0">
                <a:solidFill>
                  <a:srgbClr val="000000"/>
                </a:solidFill>
                <a:latin typeface="Montserrat"/>
              </a:rPr>
              <a:t>The embedding model is cached during image build so runtime can use offline mode.</a:t>
            </a:r>
          </a:p>
        </p:txBody>
      </p:sp>
      <p:sp>
        <p:nvSpPr>
          <p:cNvPr id="353" name="Oval 352"/>
          <p:cNvSpPr/>
          <p:nvPr/>
        </p:nvSpPr>
        <p:spPr>
          <a:xfrm>
            <a:off x="402336" y="3547872"/>
            <a:ext cx="192024" cy="192024"/>
          </a:xfrm>
          <a:prstGeom prst="ellipse">
            <a:avLst/>
          </a:prstGeom>
          <a:solidFill>
            <a:srgbClr val="0944A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54" name="TextBox 353"/>
          <p:cNvSpPr txBox="1"/>
          <p:nvPr/>
        </p:nvSpPr>
        <p:spPr>
          <a:xfrm>
            <a:off x="8339327" y="4818888"/>
            <a:ext cx="384048" cy="146304"/>
          </a:xfrm>
          <a:prstGeom prst="rect">
            <a:avLst/>
          </a:prstGeom>
          <a:noFill/>
        </p:spPr>
        <p:txBody>
          <a:bodyPr wrap="none" lIns="0" rIns="0">
            <a:spAutoFit/>
          </a:bodyPr>
          <a:lstStyle/>
          <a:p>
            <a:pPr algn="r">
              <a:spcBef>
                <a:spcPts val="0"/>
              </a:spcBef>
              <a:spcAft>
                <a:spcPts val="0"/>
              </a:spcAft>
            </a:pPr>
            <a:r>
              <a:rPr sz="720" b="1">
                <a:solidFill>
                  <a:srgbClr val="646973"/>
                </a:solidFill>
                <a:latin typeface="Montserrat"/>
              </a:rPr>
              <a:t>23</a:t>
            </a:r>
          </a:p>
        </p:txBody>
      </p:sp>
    </p:spTree>
  </p:cSld>
  <p:clrMapOvr>
    <a:masterClrMapping/>
  </p:clrMapOvr>
</p:sld>
</file>

<file path=ppt/slides/slide2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349" name="Shape 34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50" name="Google Shape;350;p58"/>
          <p:cNvSpPr txBox="1"/>
          <p:nvPr>
            <p:ph type="title"/>
          </p:nvPr>
        </p:nvSpPr>
        <p:spPr>
          <a:xfrm>
            <a:off x="202550" y="289279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r>
              <a:rPr sz="2200" b="1">
                <a:solidFill>
                  <a:srgbClr val="0E39A9"/>
                </a:solidFill>
                <a:latin typeface="Montserrat"/>
              </a:rPr>
              <a:t>Deployment - Backend - Define the Dockerfile</a:t>
            </a:r>
          </a:p>
        </p:txBody>
      </p:sp>
      <p:sp>
        <p:nvSpPr>
          <p:cNvPr id="351" name="Rectangle 350"/>
          <p:cNvSpPr/>
          <p:nvPr/>
        </p:nvSpPr>
        <p:spPr>
          <a:xfrm>
            <a:off x="502920" y="1005840"/>
            <a:ext cx="8138160" cy="32004"/>
          </a:xfrm>
          <a:prstGeom prst="rect">
            <a:avLst/>
          </a:prstGeom>
          <a:solidFill>
            <a:srgbClr val="0E39A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52" name="TextBox 351"/>
          <p:cNvSpPr txBox="1"/>
          <p:nvPr/>
        </p:nvSpPr>
        <p:spPr>
          <a:xfrm>
            <a:off x="694944" y="1325880"/>
            <a:ext cx="6729984" cy="448056"/>
          </a:xfrm>
          <a:prstGeom prst="rect">
            <a:avLst/>
          </a:prstGeom>
          <a:noFill/>
        </p:spPr>
        <p:txBody>
          <a:bodyPr wrap="square" lIns="82296" rIns="36576" tIns="18288" bIns="18288">
            <a:norm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300" b="0">
                <a:solidFill>
                  <a:srgbClr val="000000"/>
                </a:solidFill>
                <a:latin typeface="Montserrat"/>
              </a:rPr>
              <a:t>Base image: python:3.13.15-slim; copies the backend application, FAISS artifact, and pinned requirements into /app.</a:t>
            </a:r>
          </a:p>
        </p:txBody>
      </p:sp>
      <p:sp>
        <p:nvSpPr>
          <p:cNvPr id="353" name="Oval 352"/>
          <p:cNvSpPr/>
          <p:nvPr/>
        </p:nvSpPr>
        <p:spPr>
          <a:xfrm>
            <a:off x="402336" y="1426464"/>
            <a:ext cx="192024" cy="192024"/>
          </a:xfrm>
          <a:prstGeom prst="ellipse">
            <a:avLst/>
          </a:prstGeom>
          <a:solidFill>
            <a:srgbClr val="0944A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54" name="TextBox 353"/>
          <p:cNvSpPr txBox="1"/>
          <p:nvPr/>
        </p:nvSpPr>
        <p:spPr>
          <a:xfrm>
            <a:off x="694944" y="1805940"/>
            <a:ext cx="6729984" cy="448056"/>
          </a:xfrm>
          <a:prstGeom prst="rect">
            <a:avLst/>
          </a:prstGeom>
          <a:noFill/>
        </p:spPr>
        <p:txBody>
          <a:bodyPr wrap="square" lIns="82296" rIns="36576" tIns="18288" bIns="18288">
            <a:norm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300" b="0">
                <a:solidFill>
                  <a:srgbClr val="000000"/>
                </a:solidFill>
                <a:latin typeface="Montserrat"/>
              </a:rPr>
              <a:t>Installs pinned CPU-only torch 2.14.0 and all pinned backend dependencies without pip cache.</a:t>
            </a:r>
          </a:p>
        </p:txBody>
      </p:sp>
      <p:sp>
        <p:nvSpPr>
          <p:cNvPr id="355" name="Oval 354"/>
          <p:cNvSpPr/>
          <p:nvPr/>
        </p:nvSpPr>
        <p:spPr>
          <a:xfrm>
            <a:off x="402336" y="1906524"/>
            <a:ext cx="192024" cy="192024"/>
          </a:xfrm>
          <a:prstGeom prst="ellipse">
            <a:avLst/>
          </a:prstGeom>
          <a:solidFill>
            <a:srgbClr val="0944A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56" name="TextBox 355"/>
          <p:cNvSpPr txBox="1"/>
          <p:nvPr/>
        </p:nvSpPr>
        <p:spPr>
          <a:xfrm>
            <a:off x="694944" y="2286000"/>
            <a:ext cx="6729984" cy="448056"/>
          </a:xfrm>
          <a:prstGeom prst="rect">
            <a:avLst/>
          </a:prstGeom>
          <a:noFill/>
        </p:spPr>
        <p:txBody>
          <a:bodyPr wrap="square" lIns="82296" rIns="36576" tIns="18288" bIns="18288">
            <a:norm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300" b="0">
                <a:solidFill>
                  <a:srgbClr val="000000"/>
                </a:solidFill>
                <a:latin typeface="Montserrat"/>
              </a:rPr>
              <a:t>Downloads the Hugging Face embedding model at build time and stores it under HF_HOME=/app/huggingface for reuse.</a:t>
            </a:r>
          </a:p>
        </p:txBody>
      </p:sp>
      <p:sp>
        <p:nvSpPr>
          <p:cNvPr id="357" name="Oval 356"/>
          <p:cNvSpPr/>
          <p:nvPr/>
        </p:nvSpPr>
        <p:spPr>
          <a:xfrm>
            <a:off x="402336" y="2386584"/>
            <a:ext cx="192024" cy="192024"/>
          </a:xfrm>
          <a:prstGeom prst="ellipse">
            <a:avLst/>
          </a:prstGeom>
          <a:solidFill>
            <a:srgbClr val="0944A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58" name="TextBox 357"/>
          <p:cNvSpPr txBox="1"/>
          <p:nvPr/>
        </p:nvSpPr>
        <p:spPr>
          <a:xfrm>
            <a:off x="694944" y="2766060"/>
            <a:ext cx="6729984" cy="448056"/>
          </a:xfrm>
          <a:prstGeom prst="rect">
            <a:avLst/>
          </a:prstGeom>
          <a:noFill/>
        </p:spPr>
        <p:txBody>
          <a:bodyPr wrap="square" lIns="82296" rIns="36576" tIns="18288" bIns="18288">
            <a:norm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300" b="0">
                <a:solidFill>
                  <a:srgbClr val="000000"/>
                </a:solidFill>
                <a:latin typeface="Montserrat"/>
              </a:rPr>
              <a:t>The Transformers runtime, used through sentence-transformers, loads the cached embedding model; offline flags prevent runtime downloads, and EXPOSE 7860 receives Codespaces traffic.</a:t>
            </a:r>
          </a:p>
        </p:txBody>
      </p:sp>
      <p:sp>
        <p:nvSpPr>
          <p:cNvPr id="359" name="Oval 358"/>
          <p:cNvSpPr/>
          <p:nvPr/>
        </p:nvSpPr>
        <p:spPr>
          <a:xfrm>
            <a:off x="402336" y="2866644"/>
            <a:ext cx="192024" cy="192024"/>
          </a:xfrm>
          <a:prstGeom prst="ellipse">
            <a:avLst/>
          </a:prstGeom>
          <a:solidFill>
            <a:srgbClr val="0944A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60" name="TextBox 359"/>
          <p:cNvSpPr txBox="1"/>
          <p:nvPr/>
        </p:nvSpPr>
        <p:spPr>
          <a:xfrm>
            <a:off x="694944" y="3246120"/>
            <a:ext cx="6729984" cy="448056"/>
          </a:xfrm>
          <a:prstGeom prst="rect">
            <a:avLst/>
          </a:prstGeom>
          <a:noFill/>
        </p:spPr>
        <p:txBody>
          <a:bodyPr wrap="square" lIns="82296" rIns="36576" tIns="18288" bIns="18288">
            <a:norm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300" b="0">
                <a:solidFill>
                  <a:srgbClr val="000000"/>
                </a:solidFill>
                <a:latin typeface="Montserrat"/>
              </a:rPr>
              <a:t>The backend API is exposed on port 7860 for Codespaces traffic.</a:t>
            </a:r>
          </a:p>
        </p:txBody>
      </p:sp>
      <p:sp>
        <p:nvSpPr>
          <p:cNvPr id="361" name="Oval 360"/>
          <p:cNvSpPr/>
          <p:nvPr/>
        </p:nvSpPr>
        <p:spPr>
          <a:xfrm>
            <a:off x="402336" y="3346703"/>
            <a:ext cx="192024" cy="192024"/>
          </a:xfrm>
          <a:prstGeom prst="ellipse">
            <a:avLst/>
          </a:prstGeom>
          <a:solidFill>
            <a:srgbClr val="0944A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62" name="TextBox 361"/>
          <p:cNvSpPr txBox="1"/>
          <p:nvPr/>
        </p:nvSpPr>
        <p:spPr>
          <a:xfrm>
            <a:off x="8339327" y="4818888"/>
            <a:ext cx="384048" cy="146304"/>
          </a:xfrm>
          <a:prstGeom prst="rect">
            <a:avLst/>
          </a:prstGeom>
          <a:noFill/>
        </p:spPr>
        <p:txBody>
          <a:bodyPr wrap="none" lIns="0" rIns="0">
            <a:spAutoFit/>
          </a:bodyPr>
          <a:lstStyle/>
          <a:p>
            <a:pPr algn="r">
              <a:spcBef>
                <a:spcPts val="0"/>
              </a:spcBef>
              <a:spcAft>
                <a:spcPts val="0"/>
              </a:spcAft>
            </a:pPr>
            <a:r>
              <a:rPr sz="720" b="1">
                <a:solidFill>
                  <a:srgbClr val="646973"/>
                </a:solidFill>
                <a:latin typeface="Montserrat"/>
              </a:rPr>
              <a:t>24</a:t>
            </a:r>
          </a:p>
        </p:txBody>
      </p:sp>
    </p:spTree>
  </p:cSld>
  <p:clrMapOvr>
    <a:masterClrMapping/>
  </p:clrMapOvr>
</p:sld>
</file>

<file path=ppt/slides/slide2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357" name="Shape 35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58" name="Google Shape;358;p59"/>
          <p:cNvSpPr txBox="1"/>
          <p:nvPr>
            <p:ph type="title"/>
          </p:nvPr>
        </p:nvSpPr>
        <p:spPr>
          <a:xfrm>
            <a:off x="202550" y="289279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r>
              <a:rPr sz="2200" b="1">
                <a:solidFill>
                  <a:srgbClr val="0E39A9"/>
                </a:solidFill>
                <a:latin typeface="Montserrat"/>
              </a:rPr>
              <a:t>Deployment - Frontend - Define the Streamlit App</a:t>
            </a:r>
          </a:p>
        </p:txBody>
      </p:sp>
      <p:sp>
        <p:nvSpPr>
          <p:cNvPr id="359" name="Rectangle 358"/>
          <p:cNvSpPr/>
          <p:nvPr/>
        </p:nvSpPr>
        <p:spPr>
          <a:xfrm>
            <a:off x="502920" y="1005840"/>
            <a:ext cx="8138160" cy="32004"/>
          </a:xfrm>
          <a:prstGeom prst="rect">
            <a:avLst/>
          </a:prstGeom>
          <a:solidFill>
            <a:srgbClr val="0E39A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60" name="TextBox 359"/>
          <p:cNvSpPr txBox="1"/>
          <p:nvPr/>
        </p:nvSpPr>
        <p:spPr>
          <a:xfrm>
            <a:off x="694944" y="1325880"/>
            <a:ext cx="6080760" cy="448056"/>
          </a:xfrm>
          <a:prstGeom prst="rect">
            <a:avLst/>
          </a:prstGeom>
          <a:noFill/>
        </p:spPr>
        <p:txBody>
          <a:bodyPr wrap="square" lIns="82296" rIns="36576" tIns="18288" bIns="18288">
            <a:norm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350" b="0">
                <a:solidFill>
                  <a:srgbClr val="000000"/>
                </a:solidFill>
                <a:latin typeface="Montserrat"/>
              </a:rPr>
              <a:t>Frontend entry point: frontend/app.py; it provides the Aurora Stays question-and-answer interface.</a:t>
            </a:r>
          </a:p>
        </p:txBody>
      </p:sp>
      <p:sp>
        <p:nvSpPr>
          <p:cNvPr id="361" name="Oval 360"/>
          <p:cNvSpPr/>
          <p:nvPr/>
        </p:nvSpPr>
        <p:spPr>
          <a:xfrm>
            <a:off x="402336" y="1426464"/>
            <a:ext cx="192024" cy="192024"/>
          </a:xfrm>
          <a:prstGeom prst="ellipse">
            <a:avLst/>
          </a:prstGeom>
          <a:solidFill>
            <a:srgbClr val="0944A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62" name="TextBox 361"/>
          <p:cNvSpPr txBox="1"/>
          <p:nvPr/>
        </p:nvSpPr>
        <p:spPr>
          <a:xfrm>
            <a:off x="694944" y="1805940"/>
            <a:ext cx="6080760" cy="448056"/>
          </a:xfrm>
          <a:prstGeom prst="rect">
            <a:avLst/>
          </a:prstGeom>
          <a:noFill/>
        </p:spPr>
        <p:txBody>
          <a:bodyPr wrap="square" lIns="82296" rIns="36576" tIns="18288" bIns="18288">
            <a:norm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350" b="0">
                <a:solidFill>
                  <a:srgbClr val="000000"/>
                </a:solidFill>
                <a:latin typeface="Montserrat"/>
              </a:rPr>
              <a:t>Sidebar controls: k from 1 to 10, temperature from 0.0 to 1.0, and max_tokens from 64 to 2048.</a:t>
            </a:r>
          </a:p>
        </p:txBody>
      </p:sp>
      <p:sp>
        <p:nvSpPr>
          <p:cNvPr id="363" name="Oval 362"/>
          <p:cNvSpPr/>
          <p:nvPr/>
        </p:nvSpPr>
        <p:spPr>
          <a:xfrm>
            <a:off x="402336" y="1906524"/>
            <a:ext cx="192024" cy="192024"/>
          </a:xfrm>
          <a:prstGeom prst="ellipse">
            <a:avLst/>
          </a:prstGeom>
          <a:solidFill>
            <a:srgbClr val="0944A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64" name="TextBox 363"/>
          <p:cNvSpPr txBox="1"/>
          <p:nvPr/>
        </p:nvSpPr>
        <p:spPr>
          <a:xfrm>
            <a:off x="694944" y="2286000"/>
            <a:ext cx="6080760" cy="448056"/>
          </a:xfrm>
          <a:prstGeom prst="rect">
            <a:avLst/>
          </a:prstGeom>
          <a:noFill/>
        </p:spPr>
        <p:txBody>
          <a:bodyPr wrap="square" lIns="82296" rIns="36576" tIns="18288" bIns="18288">
            <a:norm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350" b="0">
                <a:solidFill>
                  <a:srgbClr val="000000"/>
                </a:solidFill>
                <a:latin typeface="Montserrat"/>
              </a:rPr>
              <a:t>Users can select Answer only or Answer + Relevant Chunks.</a:t>
            </a:r>
          </a:p>
        </p:txBody>
      </p:sp>
      <p:sp>
        <p:nvSpPr>
          <p:cNvPr id="365" name="Oval 364"/>
          <p:cNvSpPr/>
          <p:nvPr/>
        </p:nvSpPr>
        <p:spPr>
          <a:xfrm>
            <a:off x="402336" y="2386584"/>
            <a:ext cx="192024" cy="192024"/>
          </a:xfrm>
          <a:prstGeom prst="ellipse">
            <a:avLst/>
          </a:prstGeom>
          <a:solidFill>
            <a:srgbClr val="0944A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66" name="TextBox 365"/>
          <p:cNvSpPr txBox="1"/>
          <p:nvPr/>
        </p:nvSpPr>
        <p:spPr>
          <a:xfrm>
            <a:off x="694944" y="2766060"/>
            <a:ext cx="6080760" cy="448056"/>
          </a:xfrm>
          <a:prstGeom prst="rect">
            <a:avLst/>
          </a:prstGeom>
          <a:noFill/>
        </p:spPr>
        <p:txBody>
          <a:bodyPr wrap="square" lIns="82296" rIns="36576" tIns="18288" bIns="18288">
            <a:norm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350" b="0">
                <a:solidFill>
                  <a:srgbClr val="000000"/>
                </a:solidFill>
                <a:latin typeface="Montserrat"/>
              </a:rPr>
              <a:t>The backend address is supplied through BACKEND_URL; Docker uses port 7860 while local smoke tests may use port 5000.</a:t>
            </a:r>
          </a:p>
        </p:txBody>
      </p:sp>
      <p:sp>
        <p:nvSpPr>
          <p:cNvPr id="367" name="Oval 366"/>
          <p:cNvSpPr/>
          <p:nvPr/>
        </p:nvSpPr>
        <p:spPr>
          <a:xfrm>
            <a:off x="402336" y="2866644"/>
            <a:ext cx="192024" cy="192024"/>
          </a:xfrm>
          <a:prstGeom prst="ellipse">
            <a:avLst/>
          </a:prstGeom>
          <a:solidFill>
            <a:srgbClr val="0944A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68" name="TextBox 367"/>
          <p:cNvSpPr txBox="1"/>
          <p:nvPr/>
        </p:nvSpPr>
        <p:spPr>
          <a:xfrm>
            <a:off x="694944" y="3246120"/>
            <a:ext cx="6080760" cy="649224"/>
          </a:xfrm>
          <a:prstGeom prst="rect">
            <a:avLst/>
          </a:prstGeom>
          <a:noFill/>
        </p:spPr>
        <p:txBody>
          <a:bodyPr wrap="square" lIns="82296" rIns="36576" tIns="18288" bIns="18288">
            <a:norm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350" b="0">
                <a:solidFill>
                  <a:srgbClr val="000000"/>
                </a:solidFill>
                <a:latin typeface="Montserrat"/>
              </a:rPr>
              <a:t>The interface displays the answer, retrieved evidence, and a clear API connectivity error when the backend is unavailable.</a:t>
            </a:r>
          </a:p>
        </p:txBody>
      </p:sp>
      <p:sp>
        <p:nvSpPr>
          <p:cNvPr id="369" name="Oval 368"/>
          <p:cNvSpPr/>
          <p:nvPr/>
        </p:nvSpPr>
        <p:spPr>
          <a:xfrm>
            <a:off x="402336" y="3346703"/>
            <a:ext cx="192024" cy="192024"/>
          </a:xfrm>
          <a:prstGeom prst="ellipse">
            <a:avLst/>
          </a:prstGeom>
          <a:solidFill>
            <a:srgbClr val="0944A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70" name="TextBox 369"/>
          <p:cNvSpPr txBox="1"/>
          <p:nvPr/>
        </p:nvSpPr>
        <p:spPr>
          <a:xfrm>
            <a:off x="694944" y="3927348"/>
            <a:ext cx="6080760" cy="448056"/>
          </a:xfrm>
          <a:prstGeom prst="rect">
            <a:avLst/>
          </a:prstGeom>
          <a:noFill/>
        </p:spPr>
        <p:txBody>
          <a:bodyPr wrap="square" lIns="82296" rIns="36576" tIns="18288" bIns="18288">
            <a:norm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350" b="0">
                <a:solidFill>
                  <a:srgbClr val="000000"/>
                </a:solidFill>
                <a:latin typeface="Montserrat"/>
              </a:rPr>
              <a:t>Validated in Codespaces with Streamlit on port 8501 and the Dockerized Flask API on port 7860.</a:t>
            </a:r>
          </a:p>
        </p:txBody>
      </p:sp>
      <p:sp>
        <p:nvSpPr>
          <p:cNvPr id="371" name="Oval 370"/>
          <p:cNvSpPr/>
          <p:nvPr/>
        </p:nvSpPr>
        <p:spPr>
          <a:xfrm>
            <a:off x="402336" y="4027932"/>
            <a:ext cx="192024" cy="192024"/>
          </a:xfrm>
          <a:prstGeom prst="ellipse">
            <a:avLst/>
          </a:prstGeom>
          <a:solidFill>
            <a:srgbClr val="0944A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372" name="Picture 371" descr="team_collaboration_faces.jpg"/>
          <p:cNvPicPr>
            <a:picLocks noChangeAspect="1"/>
          </p:cNvPicPr>
          <p:nvPr/>
        </p:nvPicPr>
        <p:blipFill>
          <a:blip r:embed="rId3"/>
          <a:srcRect l="7574" r="7574"/>
          <a:stretch>
            <a:fillRect/>
          </a:stretch>
        </p:blipFill>
        <p:spPr>
          <a:xfrm>
            <a:off x="6967728" y="3346704"/>
            <a:ext cx="1627632" cy="1078992"/>
          </a:xfrm>
          <a:prstGeom prst="rect">
            <a:avLst/>
          </a:prstGeom>
          <a:ln w="12700">
            <a:solidFill>
              <a:srgbClr val="BECBE8"/>
            </a:solidFill>
          </a:ln>
        </p:spPr>
      </p:pic>
      <p:sp>
        <p:nvSpPr>
          <p:cNvPr id="373" name="TextBox 372"/>
          <p:cNvSpPr txBox="1"/>
          <p:nvPr/>
        </p:nvSpPr>
        <p:spPr>
          <a:xfrm>
            <a:off x="6830568" y="4453128"/>
            <a:ext cx="1764792" cy="146304"/>
          </a:xfrm>
          <a:prstGeom prst="rect">
            <a:avLst/>
          </a:prstGeom>
          <a:noFill/>
        </p:spPr>
        <p:txBody>
          <a:bodyPr wrap="none" lIns="0" rIns="0">
            <a:spAutoFit/>
          </a:bodyPr>
          <a:lstStyle/>
          <a:p>
            <a:pPr algn="r">
              <a:spcBef>
                <a:spcPts val="0"/>
              </a:spcBef>
              <a:spcAft>
                <a:spcPts val="0"/>
              </a:spcAft>
            </a:pPr>
            <a:r>
              <a:rPr sz="580" i="1">
                <a:solidFill>
                  <a:srgbClr val="6E6E6E"/>
                </a:solidFill>
                <a:latin typeface="Montserrat"/>
              </a:rPr>
              <a:t>Photo: Unsplash</a:t>
            </a:r>
          </a:p>
        </p:txBody>
      </p:sp>
      <p:sp>
        <p:nvSpPr>
          <p:cNvPr id="374" name="TextBox 373"/>
          <p:cNvSpPr txBox="1"/>
          <p:nvPr/>
        </p:nvSpPr>
        <p:spPr>
          <a:xfrm>
            <a:off x="8339327" y="4818888"/>
            <a:ext cx="384048" cy="146304"/>
          </a:xfrm>
          <a:prstGeom prst="rect">
            <a:avLst/>
          </a:prstGeom>
          <a:noFill/>
        </p:spPr>
        <p:txBody>
          <a:bodyPr wrap="none" lIns="0" rIns="0">
            <a:spAutoFit/>
          </a:bodyPr>
          <a:lstStyle/>
          <a:p>
            <a:pPr algn="r">
              <a:spcBef>
                <a:spcPts val="0"/>
              </a:spcBef>
              <a:spcAft>
                <a:spcPts val="0"/>
              </a:spcAft>
            </a:pPr>
            <a:r>
              <a:rPr sz="720" b="1">
                <a:solidFill>
                  <a:srgbClr val="646973"/>
                </a:solidFill>
                <a:latin typeface="Montserrat"/>
              </a:rPr>
              <a:t>25</a:t>
            </a:r>
          </a:p>
        </p:txBody>
      </p:sp>
    </p:spTree>
  </p:cSld>
  <p:clrMapOvr>
    <a:masterClrMapping/>
  </p:clrMapOvr>
</p:sld>
</file>

<file path=ppt/slides/slide2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365" name="Shape 36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66" name="Google Shape;366;p60"/>
          <p:cNvSpPr txBox="1"/>
          <p:nvPr>
            <p:ph type="title"/>
          </p:nvPr>
        </p:nvSpPr>
        <p:spPr>
          <a:xfrm>
            <a:off x="202550" y="289279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r>
              <a:rPr sz="2200" b="1">
                <a:solidFill>
                  <a:srgbClr val="0E39A9"/>
                </a:solidFill>
                <a:latin typeface="Montserrat"/>
              </a:rPr>
              <a:t>Deployment - Frontend - Define the Dockerfile</a:t>
            </a:r>
          </a:p>
        </p:txBody>
      </p:sp>
      <p:sp>
        <p:nvSpPr>
          <p:cNvPr id="367" name="Rectangle 366"/>
          <p:cNvSpPr/>
          <p:nvPr/>
        </p:nvSpPr>
        <p:spPr>
          <a:xfrm>
            <a:off x="502920" y="1005840"/>
            <a:ext cx="8138160" cy="32004"/>
          </a:xfrm>
          <a:prstGeom prst="rect">
            <a:avLst/>
          </a:prstGeom>
          <a:solidFill>
            <a:srgbClr val="0E39A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68" name="TextBox 367"/>
          <p:cNvSpPr txBox="1"/>
          <p:nvPr/>
        </p:nvSpPr>
        <p:spPr>
          <a:xfrm>
            <a:off x="694944" y="1325880"/>
            <a:ext cx="6729984" cy="256032"/>
          </a:xfrm>
          <a:prstGeom prst="rect">
            <a:avLst/>
          </a:prstGeom>
          <a:noFill/>
        </p:spPr>
        <p:txBody>
          <a:bodyPr wrap="square" lIns="82296" rIns="36576" tIns="18288" bIns="18288">
            <a:norm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350" b="0">
                <a:solidFill>
                  <a:srgbClr val="000000"/>
                </a:solidFill>
                <a:latin typeface="Montserrat"/>
              </a:rPr>
              <a:t>Base image: python:3.13.15-slim.</a:t>
            </a:r>
          </a:p>
        </p:txBody>
      </p:sp>
      <p:sp>
        <p:nvSpPr>
          <p:cNvPr id="369" name="Oval 368"/>
          <p:cNvSpPr/>
          <p:nvPr/>
        </p:nvSpPr>
        <p:spPr>
          <a:xfrm>
            <a:off x="402336" y="1426464"/>
            <a:ext cx="192024" cy="192024"/>
          </a:xfrm>
          <a:prstGeom prst="ellipse">
            <a:avLst/>
          </a:prstGeom>
          <a:solidFill>
            <a:srgbClr val="0944A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70" name="TextBox 369"/>
          <p:cNvSpPr txBox="1"/>
          <p:nvPr/>
        </p:nvSpPr>
        <p:spPr>
          <a:xfrm>
            <a:off x="694944" y="1613916"/>
            <a:ext cx="6729984" cy="448056"/>
          </a:xfrm>
          <a:prstGeom prst="rect">
            <a:avLst/>
          </a:prstGeom>
          <a:noFill/>
        </p:spPr>
        <p:txBody>
          <a:bodyPr wrap="square" lIns="82296" rIns="36576" tIns="18288" bIns="18288">
            <a:norm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350" b="0">
                <a:solidFill>
                  <a:srgbClr val="000000"/>
                </a:solidFill>
                <a:latin typeface="Montserrat"/>
              </a:rPr>
              <a:t>Copies the Streamlit application and installs requests 2.34.2 and streamlit 1.64.0.</a:t>
            </a:r>
          </a:p>
        </p:txBody>
      </p:sp>
      <p:sp>
        <p:nvSpPr>
          <p:cNvPr id="371" name="Oval 370"/>
          <p:cNvSpPr/>
          <p:nvPr/>
        </p:nvSpPr>
        <p:spPr>
          <a:xfrm>
            <a:off x="402336" y="1714500"/>
            <a:ext cx="192024" cy="192024"/>
          </a:xfrm>
          <a:prstGeom prst="ellipse">
            <a:avLst/>
          </a:prstGeom>
          <a:solidFill>
            <a:srgbClr val="0944A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72" name="TextBox 371"/>
          <p:cNvSpPr txBox="1"/>
          <p:nvPr/>
        </p:nvSpPr>
        <p:spPr>
          <a:xfrm>
            <a:off x="694944" y="2093976"/>
            <a:ext cx="6729984" cy="448056"/>
          </a:xfrm>
          <a:prstGeom prst="rect">
            <a:avLst/>
          </a:prstGeom>
          <a:noFill/>
        </p:spPr>
        <p:txBody>
          <a:bodyPr wrap="square" lIns="82296" rIns="36576" tIns="18288" bIns="18288">
            <a:norm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350" b="0">
                <a:solidFill>
                  <a:srgbClr val="000000"/>
                </a:solidFill>
                <a:latin typeface="Montserrat"/>
              </a:rPr>
              <a:t>Binds Streamlit to 0.0.0.0:8501 for Codespaces or container access; EXPOSE 8501 makes the service discoverable.</a:t>
            </a:r>
          </a:p>
        </p:txBody>
      </p:sp>
      <p:sp>
        <p:nvSpPr>
          <p:cNvPr id="373" name="Oval 372"/>
          <p:cNvSpPr/>
          <p:nvPr/>
        </p:nvSpPr>
        <p:spPr>
          <a:xfrm>
            <a:off x="402336" y="2194560"/>
            <a:ext cx="192024" cy="192024"/>
          </a:xfrm>
          <a:prstGeom prst="ellipse">
            <a:avLst/>
          </a:prstGeom>
          <a:solidFill>
            <a:srgbClr val="0944A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74" name="TextBox 373"/>
          <p:cNvSpPr txBox="1"/>
          <p:nvPr/>
        </p:nvSpPr>
        <p:spPr>
          <a:xfrm>
            <a:off x="694944" y="2574036"/>
            <a:ext cx="6729984" cy="448056"/>
          </a:xfrm>
          <a:prstGeom prst="rect">
            <a:avLst/>
          </a:prstGeom>
          <a:noFill/>
        </p:spPr>
        <p:txBody>
          <a:bodyPr wrap="square" lIns="82296" rIns="36576" tIns="18288" bIns="18288">
            <a:norm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350" b="0">
                <a:solidFill>
                  <a:srgbClr val="000000"/>
                </a:solidFill>
                <a:latin typeface="Montserrat"/>
              </a:rPr>
              <a:t>Docker command: streamlit run app.py --server.port=8501 --server.address=0.0.0.0.</a:t>
            </a:r>
          </a:p>
        </p:txBody>
      </p:sp>
      <p:sp>
        <p:nvSpPr>
          <p:cNvPr id="375" name="Oval 374"/>
          <p:cNvSpPr/>
          <p:nvPr/>
        </p:nvSpPr>
        <p:spPr>
          <a:xfrm>
            <a:off x="402336" y="2674620"/>
            <a:ext cx="192024" cy="192024"/>
          </a:xfrm>
          <a:prstGeom prst="ellipse">
            <a:avLst/>
          </a:prstGeom>
          <a:solidFill>
            <a:srgbClr val="0944A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76" name="TextBox 375"/>
          <p:cNvSpPr txBox="1"/>
          <p:nvPr/>
        </p:nvSpPr>
        <p:spPr>
          <a:xfrm>
            <a:off x="694944" y="3054096"/>
            <a:ext cx="6729984" cy="649224"/>
          </a:xfrm>
          <a:prstGeom prst="rect">
            <a:avLst/>
          </a:prstGeom>
          <a:noFill/>
        </p:spPr>
        <p:txBody>
          <a:bodyPr wrap="square" lIns="82296" rIns="36576" tIns="18288" bIns="18288">
            <a:norm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350" b="0">
                <a:solidFill>
                  <a:srgbClr val="000000"/>
                </a:solidFill>
                <a:latin typeface="Montserrat"/>
              </a:rPr>
              <a:t>Clarification: 0.0.0.0:8501 is the container bind address; users open the browser-facing Codespaces/public forwarded URL, not 0.0.0.0 directly.</a:t>
            </a:r>
          </a:p>
        </p:txBody>
      </p:sp>
      <p:sp>
        <p:nvSpPr>
          <p:cNvPr id="377" name="Oval 376"/>
          <p:cNvSpPr/>
          <p:nvPr/>
        </p:nvSpPr>
        <p:spPr>
          <a:xfrm>
            <a:off x="402336" y="3154679"/>
            <a:ext cx="192024" cy="192024"/>
          </a:xfrm>
          <a:prstGeom prst="ellipse">
            <a:avLst/>
          </a:prstGeom>
          <a:solidFill>
            <a:srgbClr val="0944A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78" name="TextBox 377"/>
          <p:cNvSpPr txBox="1"/>
          <p:nvPr/>
        </p:nvSpPr>
        <p:spPr>
          <a:xfrm>
            <a:off x="694944" y="3735324"/>
            <a:ext cx="6729984" cy="448056"/>
          </a:xfrm>
          <a:prstGeom prst="rect">
            <a:avLst/>
          </a:prstGeom>
          <a:noFill/>
        </p:spPr>
        <p:txBody>
          <a:bodyPr wrap="square" lIns="82296" rIns="36576" tIns="18288" bIns="18288">
            <a:norm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350" b="0">
                <a:solidFill>
                  <a:srgbClr val="000000"/>
                </a:solidFill>
                <a:latin typeface="Montserrat"/>
              </a:rPr>
              <a:t>XSRF protection is disabled in the supplied deployment command to simplify external access.</a:t>
            </a:r>
          </a:p>
        </p:txBody>
      </p:sp>
      <p:sp>
        <p:nvSpPr>
          <p:cNvPr id="379" name="Oval 378"/>
          <p:cNvSpPr/>
          <p:nvPr/>
        </p:nvSpPr>
        <p:spPr>
          <a:xfrm>
            <a:off x="402336" y="3835908"/>
            <a:ext cx="192024" cy="192024"/>
          </a:xfrm>
          <a:prstGeom prst="ellipse">
            <a:avLst/>
          </a:prstGeom>
          <a:solidFill>
            <a:srgbClr val="0944A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80" name="TextBox 379"/>
          <p:cNvSpPr txBox="1"/>
          <p:nvPr/>
        </p:nvSpPr>
        <p:spPr>
          <a:xfrm>
            <a:off x="694944" y="4215384"/>
            <a:ext cx="6729984" cy="448056"/>
          </a:xfrm>
          <a:prstGeom prst="rect">
            <a:avLst/>
          </a:prstGeom>
          <a:noFill/>
        </p:spPr>
        <p:txBody>
          <a:bodyPr wrap="square" lIns="82296" rIns="36576" tIns="18288" bIns="18288">
            <a:norm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350" b="0">
                <a:solidFill>
                  <a:srgbClr val="000000"/>
                </a:solidFill>
                <a:latin typeface="Montserrat"/>
              </a:rPr>
              <a:t>The image defaults BACKEND_URL to http://host.docker.internal:7860; override it with the backend Codespace URL when needed.</a:t>
            </a:r>
          </a:p>
        </p:txBody>
      </p:sp>
      <p:sp>
        <p:nvSpPr>
          <p:cNvPr id="381" name="Oval 380"/>
          <p:cNvSpPr/>
          <p:nvPr/>
        </p:nvSpPr>
        <p:spPr>
          <a:xfrm>
            <a:off x="402336" y="4315968"/>
            <a:ext cx="192024" cy="192024"/>
          </a:xfrm>
          <a:prstGeom prst="ellipse">
            <a:avLst/>
          </a:prstGeom>
          <a:solidFill>
            <a:srgbClr val="0944A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82" name="TextBox 381"/>
          <p:cNvSpPr txBox="1"/>
          <p:nvPr/>
        </p:nvSpPr>
        <p:spPr>
          <a:xfrm>
            <a:off x="8339327" y="4818888"/>
            <a:ext cx="384048" cy="146304"/>
          </a:xfrm>
          <a:prstGeom prst="rect">
            <a:avLst/>
          </a:prstGeom>
          <a:noFill/>
        </p:spPr>
        <p:txBody>
          <a:bodyPr wrap="none" lIns="0" rIns="0">
            <a:spAutoFit/>
          </a:bodyPr>
          <a:lstStyle/>
          <a:p>
            <a:pPr algn="r">
              <a:spcBef>
                <a:spcPts val="0"/>
              </a:spcBef>
              <a:spcAft>
                <a:spcPts val="0"/>
              </a:spcAft>
            </a:pPr>
            <a:r>
              <a:rPr sz="720" b="1">
                <a:solidFill>
                  <a:srgbClr val="646973"/>
                </a:solidFill>
                <a:latin typeface="Montserrat"/>
              </a:rPr>
              <a:t>26</a:t>
            </a:r>
          </a:p>
        </p:txBody>
      </p:sp>
    </p:spTree>
  </p:cSld>
  <p:clrMapOvr>
    <a:masterClrMapping/>
  </p:clrMapOvr>
</p:sld>
</file>

<file path=ppt/slides/slide2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373" name="Shape 37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74" name="Google Shape;374;p61"/>
          <p:cNvSpPr txBox="1"/>
          <p:nvPr>
            <p:ph type="title"/>
          </p:nvPr>
        </p:nvSpPr>
        <p:spPr>
          <a:xfrm>
            <a:off x="202550" y="289279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r>
              <a:rPr sz="2200" b="1">
                <a:solidFill>
                  <a:srgbClr val="0E39A9"/>
                </a:solidFill>
                <a:latin typeface="Montserrat"/>
              </a:rPr>
              <a:t>Deployment - Frontend - Push the Files to GitHub</a:t>
            </a:r>
          </a:p>
        </p:txBody>
      </p:sp>
      <p:sp>
        <p:nvSpPr>
          <p:cNvPr id="375" name="Rectangle 374"/>
          <p:cNvSpPr/>
          <p:nvPr/>
        </p:nvSpPr>
        <p:spPr>
          <a:xfrm>
            <a:off x="502920" y="1005840"/>
            <a:ext cx="8138160" cy="32004"/>
          </a:xfrm>
          <a:prstGeom prst="rect">
            <a:avLst/>
          </a:prstGeom>
          <a:solidFill>
            <a:srgbClr val="0E39A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76" name="TextBox 375"/>
          <p:cNvSpPr txBox="1"/>
          <p:nvPr/>
        </p:nvSpPr>
        <p:spPr>
          <a:xfrm>
            <a:off x="694944" y="1325880"/>
            <a:ext cx="6080760" cy="256032"/>
          </a:xfrm>
          <a:prstGeom prst="rect">
            <a:avLst/>
          </a:prstGeom>
          <a:noFill/>
        </p:spPr>
        <p:txBody>
          <a:bodyPr wrap="square" lIns="82296" rIns="36576" tIns="18288" bIns="18288">
            <a:norm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150" b="0">
                <a:solidFill>
                  <a:srgbClr val="000000"/>
                </a:solidFill>
                <a:latin typeface="Montserrat"/>
              </a:rPr>
              <a:t>Repository: github.com/raovutukoor1/aurora-stay-qna-120-token-option.</a:t>
            </a:r>
          </a:p>
        </p:txBody>
      </p:sp>
      <p:sp>
        <p:nvSpPr>
          <p:cNvPr id="377" name="Oval 376"/>
          <p:cNvSpPr/>
          <p:nvPr/>
        </p:nvSpPr>
        <p:spPr>
          <a:xfrm>
            <a:off x="402336" y="1426464"/>
            <a:ext cx="192024" cy="192024"/>
          </a:xfrm>
          <a:prstGeom prst="ellipse">
            <a:avLst/>
          </a:prstGeom>
          <a:solidFill>
            <a:srgbClr val="0944A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78" name="TextBox 377"/>
          <p:cNvSpPr txBox="1"/>
          <p:nvPr/>
        </p:nvSpPr>
        <p:spPr>
          <a:xfrm>
            <a:off x="694944" y="1613916"/>
            <a:ext cx="6080760" cy="448056"/>
          </a:xfrm>
          <a:prstGeom prst="rect">
            <a:avLst/>
          </a:prstGeom>
          <a:noFill/>
        </p:spPr>
        <p:txBody>
          <a:bodyPr wrap="square" lIns="82296" rIns="36576" tIns="18288" bIns="18288">
            <a:norm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150" b="0">
                <a:solidFill>
                  <a:srgbClr val="000000"/>
                </a:solidFill>
                <a:latin typeface="Montserrat"/>
              </a:rPr>
              <a:t>Current deployment commit: d7a7e3f — fixed the 120-token Docker runtime configuration.</a:t>
            </a:r>
          </a:p>
        </p:txBody>
      </p:sp>
      <p:sp>
        <p:nvSpPr>
          <p:cNvPr id="379" name="Oval 378"/>
          <p:cNvSpPr/>
          <p:nvPr/>
        </p:nvSpPr>
        <p:spPr>
          <a:xfrm>
            <a:off x="402336" y="1714500"/>
            <a:ext cx="192024" cy="192024"/>
          </a:xfrm>
          <a:prstGeom prst="ellipse">
            <a:avLst/>
          </a:prstGeom>
          <a:solidFill>
            <a:srgbClr val="0944A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80" name="TextBox 379"/>
          <p:cNvSpPr txBox="1"/>
          <p:nvPr/>
        </p:nvSpPr>
        <p:spPr>
          <a:xfrm>
            <a:off x="694944" y="2093976"/>
            <a:ext cx="6080760" cy="649224"/>
          </a:xfrm>
          <a:prstGeom prst="rect">
            <a:avLst/>
          </a:prstGeom>
          <a:noFill/>
        </p:spPr>
        <p:txBody>
          <a:bodyPr wrap="square" lIns="82296" rIns="36576" tIns="18288" bIns="18288">
            <a:norm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150" b="0">
                <a:solidFill>
                  <a:srgbClr val="000000"/>
                </a:solidFill>
                <a:latin typeface="Montserrat"/>
              </a:rPr>
              <a:t>Reproducible tree: backend/app.py, rag_utils.py, Dockerfile, backend/requirements.txt, and FAISS artifacts; frontend/app.py, Dockerfile, and its dependency manifest.</a:t>
            </a:r>
          </a:p>
        </p:txBody>
      </p:sp>
      <p:sp>
        <p:nvSpPr>
          <p:cNvPr id="381" name="Oval 380"/>
          <p:cNvSpPr/>
          <p:nvPr/>
        </p:nvSpPr>
        <p:spPr>
          <a:xfrm>
            <a:off x="402336" y="2194560"/>
            <a:ext cx="192024" cy="192024"/>
          </a:xfrm>
          <a:prstGeom prst="ellipse">
            <a:avLst/>
          </a:prstGeom>
          <a:solidFill>
            <a:srgbClr val="0944A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82" name="TextBox 381"/>
          <p:cNvSpPr txBox="1"/>
          <p:nvPr/>
        </p:nvSpPr>
        <p:spPr>
          <a:xfrm>
            <a:off x="694944" y="2775204"/>
            <a:ext cx="6080760" cy="649224"/>
          </a:xfrm>
          <a:prstGeom prst="rect">
            <a:avLst/>
          </a:prstGeom>
          <a:noFill/>
        </p:spPr>
        <p:txBody>
          <a:bodyPr wrap="square" lIns="82296" rIns="36576" tIns="18288" bIns="18288">
            <a:normAutofit/>
          </a:bodyPr>
          <a:lstStyle/>
          <a:p>
            <a:r>
              <a:t>Evaluation artifacts: executed 120/16 notebook and reports/notebook_120_16_token_safe_test_cases.csv; presentation source and generated PPTX/PDF are retained.</a:t>
            </a:r>
          </a:p>
        </p:txBody>
      </p:sp>
      <p:sp>
        <p:nvSpPr>
          <p:cNvPr id="383" name="Oval 382"/>
          <p:cNvSpPr/>
          <p:nvPr/>
        </p:nvSpPr>
        <p:spPr>
          <a:xfrm>
            <a:off x="402336" y="2875788"/>
            <a:ext cx="192024" cy="192024"/>
          </a:xfrm>
          <a:prstGeom prst="ellipse">
            <a:avLst/>
          </a:prstGeom>
          <a:solidFill>
            <a:srgbClr val="0944A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84" name="TextBox 383"/>
          <p:cNvSpPr txBox="1"/>
          <p:nvPr/>
        </p:nvSpPr>
        <p:spPr>
          <a:xfrm>
            <a:off x="694944" y="3456432"/>
            <a:ext cx="6080760" cy="649224"/>
          </a:xfrm>
          <a:prstGeom prst="rect">
            <a:avLst/>
          </a:prstGeom>
          <a:noFill/>
        </p:spPr>
        <p:txBody>
          <a:bodyPr wrap="square" lIns="82296" rIns="36576" tIns="18288" bIns="18288">
            <a:norm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150" b="0">
                <a:solidFill>
                  <a:srgbClr val="000000"/>
                </a:solidFill>
                <a:latin typeface="Montserrat"/>
              </a:rPr>
              <a:t>Runtime configuration: OPENAI_API_KEY and OPENAI_BASE_URL come from Codespaces Secrets or a private local config; credentials are not tracked.</a:t>
            </a:r>
          </a:p>
        </p:txBody>
      </p:sp>
      <p:sp>
        <p:nvSpPr>
          <p:cNvPr id="385" name="Oval 384"/>
          <p:cNvSpPr/>
          <p:nvPr/>
        </p:nvSpPr>
        <p:spPr>
          <a:xfrm>
            <a:off x="402336" y="3557016"/>
            <a:ext cx="192024" cy="192024"/>
          </a:xfrm>
          <a:prstGeom prst="ellipse">
            <a:avLst/>
          </a:prstGeom>
          <a:solidFill>
            <a:srgbClr val="0944A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86" name="TextBox 385"/>
          <p:cNvSpPr txBox="1"/>
          <p:nvPr/>
        </p:nvSpPr>
        <p:spPr>
          <a:xfrm>
            <a:off x="694944" y="4137660"/>
            <a:ext cx="6080760" cy="544067"/>
          </a:xfrm>
          <a:prstGeom prst="rect">
            <a:avLst/>
          </a:prstGeom>
          <a:noFill/>
        </p:spPr>
        <p:txBody>
          <a:bodyPr wrap="square" lIns="82296" rIns="36576" tIns="18288" bIns="18288">
            <a:norm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150" b="0">
                <a:solidFill>
                  <a:srgbClr val="000000"/>
                </a:solidFill>
                <a:latin typeface="Montserrat"/>
              </a:rPr>
              <a:t>A fresh deployment can therefore rebuild the index-backed backend and Streamlit frontend without missing code, artifacts, or configuration guidance.</a:t>
            </a:r>
          </a:p>
        </p:txBody>
      </p:sp>
      <p:sp>
        <p:nvSpPr>
          <p:cNvPr id="387" name="Oval 386"/>
          <p:cNvSpPr/>
          <p:nvPr/>
        </p:nvSpPr>
        <p:spPr>
          <a:xfrm>
            <a:off x="402336" y="4238244"/>
            <a:ext cx="192024" cy="192024"/>
          </a:xfrm>
          <a:prstGeom prst="ellipse">
            <a:avLst/>
          </a:prstGeom>
          <a:solidFill>
            <a:srgbClr val="0944A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88" name="Rounded Rectangle 387"/>
          <p:cNvSpPr/>
          <p:nvPr/>
        </p:nvSpPr>
        <p:spPr>
          <a:xfrm>
            <a:off x="6903720" y="1783080"/>
            <a:ext cx="1700784" cy="2514600"/>
          </a:xfrm>
          <a:prstGeom prst="roundRect">
            <a:avLst/>
          </a:prstGeom>
          <a:solidFill>
            <a:srgbClr val="F8FAFE"/>
          </a:solidFill>
          <a:ln w="12700">
            <a:solidFill>
              <a:srgbClr val="BECBE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89" name="TextBox 388"/>
          <p:cNvSpPr txBox="1"/>
          <p:nvPr/>
        </p:nvSpPr>
        <p:spPr>
          <a:xfrm>
            <a:off x="6976872" y="1856231"/>
            <a:ext cx="1554480" cy="201168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>
              <a:spcBef>
                <a:spcPts val="0"/>
              </a:spcBef>
              <a:spcAft>
                <a:spcPts val="0"/>
              </a:spcAft>
            </a:pPr>
            <a:r>
              <a:rPr sz="760" b="1">
                <a:solidFill>
                  <a:srgbClr val="0E39A9"/>
                </a:solidFill>
                <a:latin typeface="Montserrat"/>
              </a:rPr>
              <a:t>DEPLOYMENT FLOW</a:t>
            </a:r>
          </a:p>
        </p:txBody>
      </p:sp>
      <p:sp>
        <p:nvSpPr>
          <p:cNvPr id="390" name="Rounded Rectangle 389"/>
          <p:cNvSpPr/>
          <p:nvPr/>
        </p:nvSpPr>
        <p:spPr>
          <a:xfrm>
            <a:off x="7242048" y="2203704"/>
            <a:ext cx="1024128" cy="393192"/>
          </a:xfrm>
          <a:prstGeom prst="roundRect">
            <a:avLst/>
          </a:prstGeom>
          <a:solidFill>
            <a:srgbClr val="E8EFFF"/>
          </a:solidFill>
          <a:ln w="10160">
            <a:solidFill>
              <a:srgbClr val="0E39A9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7432" rIns="27432" tIns="9144" bIns="9144"/>
          <a:lstStyle/>
          <a:p>
            <a:pPr algn="ctr">
              <a:spcBef>
                <a:spcPts val="0"/>
              </a:spcBef>
              <a:spcAft>
                <a:spcPts val="0"/>
              </a:spcAft>
            </a:pPr>
            <a:r>
              <a:rPr sz="620" b="1">
                <a:solidFill>
                  <a:srgbClr val="000000"/>
                </a:solidFill>
                <a:latin typeface="Montserrat"/>
              </a:rPr>
              <a:t>GitHub</a:t>
            </a:r>
          </a:p>
          <a:p>
            <a:pPr algn="ctr">
              <a:spcBef>
                <a:spcPts val="0"/>
              </a:spcBef>
              <a:spcAft>
                <a:spcPts val="0"/>
              </a:spcAft>
            </a:pPr>
            <a:r>
              <a:rPr sz="620" b="1">
                <a:solidFill>
                  <a:srgbClr val="000000"/>
                </a:solidFill>
                <a:latin typeface="Montserrat"/>
              </a:rPr>
              <a:t>repository</a:t>
            </a:r>
          </a:p>
        </p:txBody>
      </p:sp>
      <p:sp>
        <p:nvSpPr>
          <p:cNvPr id="391" name="Chevron 390"/>
          <p:cNvSpPr/>
          <p:nvPr/>
        </p:nvSpPr>
        <p:spPr>
          <a:xfrm>
            <a:off x="7671816" y="2660904"/>
            <a:ext cx="164592" cy="146304"/>
          </a:xfrm>
          <a:prstGeom prst="chevron">
            <a:avLst/>
          </a:prstGeom>
          <a:solidFill>
            <a:srgbClr val="96A0A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92" name="Rounded Rectangle 391"/>
          <p:cNvSpPr/>
          <p:nvPr/>
        </p:nvSpPr>
        <p:spPr>
          <a:xfrm>
            <a:off x="7242048" y="2834639"/>
            <a:ext cx="1024128" cy="393192"/>
          </a:xfrm>
          <a:prstGeom prst="roundRect">
            <a:avLst/>
          </a:prstGeom>
          <a:solidFill>
            <a:srgbClr val="E6F7F6"/>
          </a:solidFill>
          <a:ln w="10160">
            <a:solidFill>
              <a:srgbClr val="009CA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7432" rIns="27432" tIns="9144" bIns="9144"/>
          <a:lstStyle/>
          <a:p>
            <a:pPr algn="ctr">
              <a:spcBef>
                <a:spcPts val="0"/>
              </a:spcBef>
              <a:spcAft>
                <a:spcPts val="0"/>
              </a:spcAft>
            </a:pPr>
            <a:r>
              <a:rPr sz="620" b="1">
                <a:solidFill>
                  <a:srgbClr val="000000"/>
                </a:solidFill>
                <a:latin typeface="Montserrat"/>
              </a:rPr>
              <a:t>Codespace</a:t>
            </a:r>
          </a:p>
          <a:p>
            <a:pPr algn="ctr">
              <a:spcBef>
                <a:spcPts val="0"/>
              </a:spcBef>
              <a:spcAft>
                <a:spcPts val="0"/>
              </a:spcAft>
            </a:pPr>
            <a:r>
              <a:rPr sz="620" b="1">
                <a:solidFill>
                  <a:srgbClr val="000000"/>
                </a:solidFill>
                <a:latin typeface="Montserrat"/>
              </a:rPr>
              <a:t>container</a:t>
            </a:r>
          </a:p>
        </p:txBody>
      </p:sp>
      <p:sp>
        <p:nvSpPr>
          <p:cNvPr id="393" name="Chevron 392"/>
          <p:cNvSpPr/>
          <p:nvPr/>
        </p:nvSpPr>
        <p:spPr>
          <a:xfrm>
            <a:off x="7671816" y="3291839"/>
            <a:ext cx="164592" cy="146304"/>
          </a:xfrm>
          <a:prstGeom prst="chevron">
            <a:avLst/>
          </a:prstGeom>
          <a:solidFill>
            <a:srgbClr val="96A0A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94" name="Rounded Rectangle 393"/>
          <p:cNvSpPr/>
          <p:nvPr/>
        </p:nvSpPr>
        <p:spPr>
          <a:xfrm>
            <a:off x="7242048" y="3465576"/>
            <a:ext cx="1024128" cy="393192"/>
          </a:xfrm>
          <a:prstGeom prst="roundRect">
            <a:avLst/>
          </a:prstGeom>
          <a:solidFill>
            <a:srgbClr val="ECF8F0"/>
          </a:solidFill>
          <a:ln w="10160">
            <a:solidFill>
              <a:srgbClr val="1F7752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7432" rIns="27432" tIns="9144" bIns="9144"/>
          <a:lstStyle/>
          <a:p>
            <a:pPr algn="ctr">
              <a:spcBef>
                <a:spcPts val="0"/>
              </a:spcBef>
              <a:spcAft>
                <a:spcPts val="0"/>
              </a:spcAft>
            </a:pPr>
            <a:r>
              <a:rPr sz="620" b="1">
                <a:solidFill>
                  <a:srgbClr val="000000"/>
                </a:solidFill>
                <a:latin typeface="Montserrat"/>
              </a:rPr>
              <a:t>Streamlit</a:t>
            </a:r>
          </a:p>
          <a:p>
            <a:pPr algn="ctr">
              <a:spcBef>
                <a:spcPts val="0"/>
              </a:spcBef>
              <a:spcAft>
                <a:spcPts val="0"/>
              </a:spcAft>
            </a:pPr>
            <a:r>
              <a:rPr sz="620" b="1">
                <a:solidFill>
                  <a:srgbClr val="000000"/>
                </a:solidFill>
                <a:latin typeface="Montserrat"/>
              </a:rPr>
              <a:t>UI</a:t>
            </a:r>
          </a:p>
        </p:txBody>
      </p:sp>
      <p:sp>
        <p:nvSpPr>
          <p:cNvPr id="395" name="Chevron 394"/>
          <p:cNvSpPr/>
          <p:nvPr/>
        </p:nvSpPr>
        <p:spPr>
          <a:xfrm>
            <a:off x="7671816" y="3922776"/>
            <a:ext cx="164592" cy="146304"/>
          </a:xfrm>
          <a:prstGeom prst="chevron">
            <a:avLst/>
          </a:prstGeom>
          <a:solidFill>
            <a:srgbClr val="96A0A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96" name="Rounded Rectangle 395"/>
          <p:cNvSpPr/>
          <p:nvPr/>
        </p:nvSpPr>
        <p:spPr>
          <a:xfrm>
            <a:off x="7242048" y="4059936"/>
            <a:ext cx="1024128" cy="292608"/>
          </a:xfrm>
          <a:prstGeom prst="roundRect">
            <a:avLst/>
          </a:prstGeom>
          <a:solidFill>
            <a:srgbClr val="FFF5E0"/>
          </a:solidFill>
          <a:ln w="10160">
            <a:solidFill>
              <a:srgbClr val="CA912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7432" rIns="27432" tIns="9144" bIns="9144"/>
          <a:lstStyle/>
          <a:p>
            <a:pPr algn="ctr">
              <a:spcBef>
                <a:spcPts val="0"/>
              </a:spcBef>
              <a:spcAft>
                <a:spcPts val="0"/>
              </a:spcAft>
            </a:pPr>
            <a:r>
              <a:rPr sz="590" b="1">
                <a:solidFill>
                  <a:srgbClr val="000000"/>
                </a:solidFill>
                <a:latin typeface="Montserrat"/>
              </a:rPr>
              <a:t>Forwarded</a:t>
            </a:r>
          </a:p>
          <a:p>
            <a:pPr algn="ctr">
              <a:spcBef>
                <a:spcPts val="0"/>
              </a:spcBef>
              <a:spcAft>
                <a:spcPts val="0"/>
              </a:spcAft>
            </a:pPr>
            <a:r>
              <a:rPr sz="590" b="1">
                <a:solidFill>
                  <a:srgbClr val="000000"/>
                </a:solidFill>
                <a:latin typeface="Montserrat"/>
              </a:rPr>
              <a:t>port 8501</a:t>
            </a:r>
          </a:p>
        </p:txBody>
      </p:sp>
      <p:sp>
        <p:nvSpPr>
          <p:cNvPr id="397" name="TextBox 396"/>
          <p:cNvSpPr txBox="1"/>
          <p:nvPr/>
        </p:nvSpPr>
        <p:spPr>
          <a:xfrm>
            <a:off x="8339327" y="4818888"/>
            <a:ext cx="384048" cy="146304"/>
          </a:xfrm>
          <a:prstGeom prst="rect">
            <a:avLst/>
          </a:prstGeom>
          <a:noFill/>
        </p:spPr>
        <p:txBody>
          <a:bodyPr wrap="none" lIns="0" rIns="0">
            <a:spAutoFit/>
          </a:bodyPr>
          <a:lstStyle/>
          <a:p>
            <a:pPr algn="r">
              <a:spcBef>
                <a:spcPts val="0"/>
              </a:spcBef>
              <a:spcAft>
                <a:spcPts val="0"/>
              </a:spcAft>
            </a:pPr>
            <a:r>
              <a:rPr sz="720" b="1">
                <a:solidFill>
                  <a:srgbClr val="646973"/>
                </a:solidFill>
                <a:latin typeface="Montserrat"/>
              </a:rPr>
              <a:t>27</a:t>
            </a:r>
          </a:p>
        </p:txBody>
      </p:sp>
    </p:spTree>
  </p:cSld>
  <p:clrMapOvr>
    <a:masterClrMapping/>
  </p:clrMapOvr>
</p:sld>
</file>

<file path=ppt/slides/slide2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381" name="Shape 38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82" name="Google Shape;382;p62"/>
          <p:cNvSpPr txBox="1"/>
          <p:nvPr>
            <p:ph type="title"/>
          </p:nvPr>
        </p:nvSpPr>
        <p:spPr>
          <a:xfrm>
            <a:off x="202550" y="289279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r>
              <a:rPr sz="2200" b="1">
                <a:solidFill>
                  <a:srgbClr val="0E39A9"/>
                </a:solidFill>
                <a:latin typeface="Montserrat"/>
              </a:rPr>
              <a:t>Deployment - Inference - Define the Forwarded URL</a:t>
            </a:r>
          </a:p>
        </p:txBody>
      </p:sp>
      <p:sp>
        <p:nvSpPr>
          <p:cNvPr id="383" name="Rectangle 382"/>
          <p:cNvSpPr/>
          <p:nvPr/>
        </p:nvSpPr>
        <p:spPr>
          <a:xfrm>
            <a:off x="502920" y="1005840"/>
            <a:ext cx="8138160" cy="32004"/>
          </a:xfrm>
          <a:prstGeom prst="rect">
            <a:avLst/>
          </a:prstGeom>
          <a:solidFill>
            <a:srgbClr val="0E39A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84" name="TextBox 383"/>
          <p:cNvSpPr txBox="1"/>
          <p:nvPr/>
        </p:nvSpPr>
        <p:spPr>
          <a:xfrm>
            <a:off x="694944" y="1325880"/>
            <a:ext cx="6080760" cy="448056"/>
          </a:xfrm>
          <a:prstGeom prst="rect">
            <a:avLst/>
          </a:prstGeom>
          <a:noFill/>
        </p:spPr>
        <p:txBody>
          <a:bodyPr wrap="square" lIns="82296" rIns="36576" tIns="18288" bIns="18288">
            <a:norm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350" b="0">
                <a:solidFill>
                  <a:srgbClr val="000000"/>
                </a:solidFill>
                <a:latin typeface="Montserrat"/>
              </a:rPr>
              <a:t>In GitHub Codespaces, open the Ports panel and forward the Streamlit port 8501.</a:t>
            </a:r>
          </a:p>
        </p:txBody>
      </p:sp>
      <p:sp>
        <p:nvSpPr>
          <p:cNvPr id="385" name="Oval 384"/>
          <p:cNvSpPr/>
          <p:nvPr/>
        </p:nvSpPr>
        <p:spPr>
          <a:xfrm>
            <a:off x="402336" y="1426464"/>
            <a:ext cx="192024" cy="192024"/>
          </a:xfrm>
          <a:prstGeom prst="ellipse">
            <a:avLst/>
          </a:prstGeom>
          <a:solidFill>
            <a:srgbClr val="0944A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86" name="TextBox 385"/>
          <p:cNvSpPr txBox="1"/>
          <p:nvPr/>
        </p:nvSpPr>
        <p:spPr>
          <a:xfrm>
            <a:off x="694944" y="1805940"/>
            <a:ext cx="6080760" cy="448056"/>
          </a:xfrm>
          <a:prstGeom prst="rect">
            <a:avLst/>
          </a:prstGeom>
          <a:noFill/>
        </p:spPr>
        <p:txBody>
          <a:bodyPr wrap="square" lIns="82296" rIns="36576" tIns="18288" bIns="18288">
            <a:norm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350" b="0">
                <a:solidFill>
                  <a:srgbClr val="000000"/>
                </a:solidFill>
                <a:latin typeface="Montserrat"/>
              </a:rPr>
              <a:t>The public URL is generated per Codespace session; it is not hard-coded in the repository.</a:t>
            </a:r>
          </a:p>
        </p:txBody>
      </p:sp>
      <p:sp>
        <p:nvSpPr>
          <p:cNvPr id="387" name="Oval 386"/>
          <p:cNvSpPr/>
          <p:nvPr/>
        </p:nvSpPr>
        <p:spPr>
          <a:xfrm>
            <a:off x="402336" y="1906524"/>
            <a:ext cx="192024" cy="192024"/>
          </a:xfrm>
          <a:prstGeom prst="ellipse">
            <a:avLst/>
          </a:prstGeom>
          <a:solidFill>
            <a:srgbClr val="0944A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88" name="TextBox 387"/>
          <p:cNvSpPr txBox="1"/>
          <p:nvPr/>
        </p:nvSpPr>
        <p:spPr>
          <a:xfrm>
            <a:off x="694944" y="2286000"/>
            <a:ext cx="6080760" cy="448056"/>
          </a:xfrm>
          <a:prstGeom prst="rect">
            <a:avLst/>
          </a:prstGeom>
          <a:noFill/>
        </p:spPr>
        <p:txBody>
          <a:bodyPr wrap="square" lIns="82296" rIns="36576" tIns="18288" bIns="18288">
            <a:norm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350" b="0">
                <a:solidFill>
                  <a:srgbClr val="000000"/>
                </a:solidFill>
                <a:latin typeface="Montserrat"/>
              </a:rPr>
              <a:t>Set BACKEND_URL to the backend service URL or its forwarded port before starting Streamlit.</a:t>
            </a:r>
          </a:p>
        </p:txBody>
      </p:sp>
      <p:sp>
        <p:nvSpPr>
          <p:cNvPr id="389" name="Oval 388"/>
          <p:cNvSpPr/>
          <p:nvPr/>
        </p:nvSpPr>
        <p:spPr>
          <a:xfrm>
            <a:off x="402336" y="2386584"/>
            <a:ext cx="192024" cy="192024"/>
          </a:xfrm>
          <a:prstGeom prst="ellipse">
            <a:avLst/>
          </a:prstGeom>
          <a:solidFill>
            <a:srgbClr val="0944A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90" name="TextBox 389"/>
          <p:cNvSpPr txBox="1"/>
          <p:nvPr/>
        </p:nvSpPr>
        <p:spPr>
          <a:xfrm>
            <a:off x="694944" y="2766060"/>
            <a:ext cx="6080760" cy="448056"/>
          </a:xfrm>
          <a:prstGeom prst="rect">
            <a:avLst/>
          </a:prstGeom>
          <a:noFill/>
        </p:spPr>
        <p:txBody>
          <a:bodyPr wrap="square" lIns="82296" rIns="36576" tIns="18288" bIns="18288">
            <a:norm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350" b="0">
                <a:solidFill>
                  <a:srgbClr val="000000"/>
                </a:solidFill>
                <a:latin typeface="Montserrat"/>
              </a:rPr>
              <a:t>Validated public endpoints: frontend port 8501 and backend port 7860; both returned HTTP 200.</a:t>
            </a:r>
          </a:p>
        </p:txBody>
      </p:sp>
      <p:sp>
        <p:nvSpPr>
          <p:cNvPr id="391" name="Oval 390"/>
          <p:cNvSpPr/>
          <p:nvPr/>
        </p:nvSpPr>
        <p:spPr>
          <a:xfrm>
            <a:off x="402336" y="2866644"/>
            <a:ext cx="192024" cy="192024"/>
          </a:xfrm>
          <a:prstGeom prst="ellipse">
            <a:avLst/>
          </a:prstGeom>
          <a:solidFill>
            <a:srgbClr val="0944A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92" name="TextBox 391"/>
          <p:cNvSpPr txBox="1"/>
          <p:nvPr/>
        </p:nvSpPr>
        <p:spPr>
          <a:xfrm>
            <a:off x="694944" y="3246120"/>
            <a:ext cx="6080760" cy="448056"/>
          </a:xfrm>
          <a:prstGeom prst="rect">
            <a:avLst/>
          </a:prstGeom>
          <a:noFill/>
        </p:spPr>
        <p:txBody>
          <a:bodyPr wrap="square" lIns="82296" rIns="36576" tIns="18288" bIns="18288">
            <a:norm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350" b="0">
                <a:solidFill>
                  <a:srgbClr val="000000"/>
                </a:solidFill>
                <a:latin typeface="Montserrat"/>
              </a:rPr>
              <a:t>Production smoke tests used the parking-fee query and the ASH-CHI Loop pet-charge query.</a:t>
            </a:r>
          </a:p>
        </p:txBody>
      </p:sp>
      <p:sp>
        <p:nvSpPr>
          <p:cNvPr id="393" name="Oval 392"/>
          <p:cNvSpPr/>
          <p:nvPr/>
        </p:nvSpPr>
        <p:spPr>
          <a:xfrm>
            <a:off x="402336" y="3346703"/>
            <a:ext cx="192024" cy="192024"/>
          </a:xfrm>
          <a:prstGeom prst="ellipse">
            <a:avLst/>
          </a:prstGeom>
          <a:solidFill>
            <a:srgbClr val="0944A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94" name="TextBox 393"/>
          <p:cNvSpPr txBox="1"/>
          <p:nvPr/>
        </p:nvSpPr>
        <p:spPr>
          <a:xfrm>
            <a:off x="694944" y="3726180"/>
            <a:ext cx="6080760" cy="448056"/>
          </a:xfrm>
          <a:prstGeom prst="rect">
            <a:avLst/>
          </a:prstGeom>
          <a:noFill/>
        </p:spPr>
        <p:txBody>
          <a:bodyPr wrap="square" lIns="82296" rIns="36576" tIns="18288" bIns="18288">
            <a:norm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350" b="0">
                <a:solidFill>
                  <a:srgbClr val="000000"/>
                </a:solidFill>
                <a:latin typeface="Montserrat"/>
              </a:rPr>
              <a:t>API keys belong in Codespaces Secrets or a private local config file, never in the forwarded URL or source code.</a:t>
            </a:r>
          </a:p>
        </p:txBody>
      </p:sp>
      <p:sp>
        <p:nvSpPr>
          <p:cNvPr id="395" name="Oval 394"/>
          <p:cNvSpPr/>
          <p:nvPr/>
        </p:nvSpPr>
        <p:spPr>
          <a:xfrm>
            <a:off x="402336" y="3826764"/>
            <a:ext cx="192024" cy="192024"/>
          </a:xfrm>
          <a:prstGeom prst="ellipse">
            <a:avLst/>
          </a:prstGeom>
          <a:solidFill>
            <a:srgbClr val="0944A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396" name="Picture 395" descr="deployment_professional.jpg"/>
          <p:cNvPicPr>
            <a:picLocks noChangeAspect="1"/>
          </p:cNvPicPr>
          <p:nvPr/>
        </p:nvPicPr>
        <p:blipFill>
          <a:blip r:embed="rId3"/>
          <a:srcRect l="7574" r="7574"/>
          <a:stretch>
            <a:fillRect/>
          </a:stretch>
        </p:blipFill>
        <p:spPr>
          <a:xfrm>
            <a:off x="6967728" y="3291840"/>
            <a:ext cx="1627632" cy="1078992"/>
          </a:xfrm>
          <a:prstGeom prst="rect">
            <a:avLst/>
          </a:prstGeom>
          <a:ln w="12700">
            <a:solidFill>
              <a:srgbClr val="BECBE8"/>
            </a:solidFill>
          </a:ln>
        </p:spPr>
      </p:pic>
      <p:sp>
        <p:nvSpPr>
          <p:cNvPr id="397" name="TextBox 396"/>
          <p:cNvSpPr txBox="1"/>
          <p:nvPr/>
        </p:nvSpPr>
        <p:spPr>
          <a:xfrm>
            <a:off x="6830568" y="4398264"/>
            <a:ext cx="1764792" cy="146304"/>
          </a:xfrm>
          <a:prstGeom prst="rect">
            <a:avLst/>
          </a:prstGeom>
          <a:noFill/>
        </p:spPr>
        <p:txBody>
          <a:bodyPr wrap="none" lIns="0" rIns="0">
            <a:spAutoFit/>
          </a:bodyPr>
          <a:lstStyle/>
          <a:p>
            <a:pPr algn="r">
              <a:spcBef>
                <a:spcPts val="0"/>
              </a:spcBef>
              <a:spcAft>
                <a:spcPts val="0"/>
              </a:spcAft>
            </a:pPr>
            <a:r>
              <a:rPr sz="580" i="1">
                <a:solidFill>
                  <a:srgbClr val="6E6E6E"/>
                </a:solidFill>
                <a:latin typeface="Montserrat"/>
              </a:rPr>
              <a:t>Photo: Unsplash</a:t>
            </a:r>
          </a:p>
        </p:txBody>
      </p:sp>
      <p:sp>
        <p:nvSpPr>
          <p:cNvPr id="398" name="TextBox 397"/>
          <p:cNvSpPr txBox="1"/>
          <p:nvPr/>
        </p:nvSpPr>
        <p:spPr>
          <a:xfrm>
            <a:off x="8339327" y="4818888"/>
            <a:ext cx="384048" cy="146304"/>
          </a:xfrm>
          <a:prstGeom prst="rect">
            <a:avLst/>
          </a:prstGeom>
          <a:noFill/>
        </p:spPr>
        <p:txBody>
          <a:bodyPr wrap="none" lIns="0" rIns="0">
            <a:spAutoFit/>
          </a:bodyPr>
          <a:lstStyle/>
          <a:p>
            <a:pPr algn="r">
              <a:spcBef>
                <a:spcPts val="0"/>
              </a:spcBef>
              <a:spcAft>
                <a:spcPts val="0"/>
              </a:spcAft>
            </a:pPr>
            <a:r>
              <a:rPr sz="720" b="1">
                <a:solidFill>
                  <a:srgbClr val="646973"/>
                </a:solidFill>
                <a:latin typeface="Montserrat"/>
              </a:rPr>
              <a:t>28</a:t>
            </a:r>
          </a:p>
        </p:txBody>
      </p:sp>
    </p:spTree>
  </p:cSld>
  <p:clrMapOvr>
    <a:masterClrMapping/>
  </p:clrMapOvr>
</p:sld>
</file>

<file path=ppt/slides/slide2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389" name="Shape 38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90" name="Google Shape;390;p63"/>
          <p:cNvSpPr txBox="1"/>
          <p:nvPr>
            <p:ph type="title"/>
          </p:nvPr>
        </p:nvSpPr>
        <p:spPr>
          <a:xfrm>
            <a:off x="202550" y="289279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r>
              <a:rPr sz="2200" b="1">
                <a:solidFill>
                  <a:srgbClr val="0E39A9"/>
                </a:solidFill>
                <a:latin typeface="Montserrat"/>
              </a:rPr>
              <a:t>Deployment - Inference - Relevant Chunks</a:t>
            </a:r>
          </a:p>
        </p:txBody>
      </p:sp>
      <p:sp>
        <p:nvSpPr>
          <p:cNvPr id="391" name="Rectangle 390"/>
          <p:cNvSpPr/>
          <p:nvPr/>
        </p:nvSpPr>
        <p:spPr>
          <a:xfrm>
            <a:off x="502920" y="1005840"/>
            <a:ext cx="8138160" cy="32004"/>
          </a:xfrm>
          <a:prstGeom prst="rect">
            <a:avLst/>
          </a:prstGeom>
          <a:solidFill>
            <a:srgbClr val="0E39A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92" name="TextBox 391"/>
          <p:cNvSpPr txBox="1"/>
          <p:nvPr/>
        </p:nvSpPr>
        <p:spPr>
          <a:xfrm>
            <a:off x="694944" y="1325880"/>
            <a:ext cx="6729984" cy="256032"/>
          </a:xfrm>
          <a:prstGeom prst="rect">
            <a:avLst/>
          </a:prstGeom>
          <a:noFill/>
        </p:spPr>
        <p:txBody>
          <a:bodyPr wrap="square" lIns="82296" rIns="36576" tIns="18288" bIns="18288">
            <a:norm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350" b="0">
                <a:solidFill>
                  <a:srgbClr val="000000"/>
                </a:solidFill>
                <a:latin typeface="Montserrat"/>
              </a:rPr>
              <a:t>Endpoint: POST {BACKEND_URL}/v1/relevant_chunks.</a:t>
            </a:r>
          </a:p>
        </p:txBody>
      </p:sp>
      <p:sp>
        <p:nvSpPr>
          <p:cNvPr id="393" name="Oval 392"/>
          <p:cNvSpPr/>
          <p:nvPr/>
        </p:nvSpPr>
        <p:spPr>
          <a:xfrm>
            <a:off x="402336" y="1426464"/>
            <a:ext cx="192024" cy="192024"/>
          </a:xfrm>
          <a:prstGeom prst="ellipse">
            <a:avLst/>
          </a:prstGeom>
          <a:solidFill>
            <a:srgbClr val="0944A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94" name="TextBox 393"/>
          <p:cNvSpPr txBox="1"/>
          <p:nvPr/>
        </p:nvSpPr>
        <p:spPr>
          <a:xfrm>
            <a:off x="694944" y="1613916"/>
            <a:ext cx="6729984" cy="448056"/>
          </a:xfrm>
          <a:prstGeom prst="rect">
            <a:avLst/>
          </a:prstGeom>
          <a:noFill/>
        </p:spPr>
        <p:txBody>
          <a:bodyPr wrap="square" lIns="82296" rIns="36576" tIns="18288" bIns="18288">
            <a:norm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350" b="0">
                <a:solidFill>
                  <a:srgbClr val="000000"/>
                </a:solidFill>
                <a:latin typeface="Montserrat"/>
              </a:rPr>
              <a:t>Payload: {"query": "What are the parking fees at the Atlanta and Miami hotels?", "k": 5}.</a:t>
            </a:r>
          </a:p>
        </p:txBody>
      </p:sp>
      <p:sp>
        <p:nvSpPr>
          <p:cNvPr id="395" name="Oval 394"/>
          <p:cNvSpPr/>
          <p:nvPr/>
        </p:nvSpPr>
        <p:spPr>
          <a:xfrm>
            <a:off x="402336" y="1714500"/>
            <a:ext cx="192024" cy="192024"/>
          </a:xfrm>
          <a:prstGeom prst="ellipse">
            <a:avLst/>
          </a:prstGeom>
          <a:solidFill>
            <a:srgbClr val="0944A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96" name="TextBox 395"/>
          <p:cNvSpPr txBox="1"/>
          <p:nvPr/>
        </p:nvSpPr>
        <p:spPr>
          <a:xfrm>
            <a:off x="694944" y="2093976"/>
            <a:ext cx="6729984" cy="256032"/>
          </a:xfrm>
          <a:prstGeom prst="rect">
            <a:avLst/>
          </a:prstGeom>
          <a:noFill/>
        </p:spPr>
        <p:txBody>
          <a:bodyPr wrap="square" lIns="82296" rIns="36576" tIns="18288" bIns="18288">
            <a:norm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350" b="0">
                <a:solidFill>
                  <a:srgbClr val="000000"/>
                </a:solidFill>
                <a:latin typeface="Montserrat"/>
              </a:rPr>
              <a:t>Response fields: query, k, and relevant_chunks.</a:t>
            </a:r>
          </a:p>
        </p:txBody>
      </p:sp>
      <p:sp>
        <p:nvSpPr>
          <p:cNvPr id="397" name="Oval 396"/>
          <p:cNvSpPr/>
          <p:nvPr/>
        </p:nvSpPr>
        <p:spPr>
          <a:xfrm>
            <a:off x="402336" y="2194560"/>
            <a:ext cx="192024" cy="192024"/>
          </a:xfrm>
          <a:prstGeom prst="ellipse">
            <a:avLst/>
          </a:prstGeom>
          <a:solidFill>
            <a:srgbClr val="0944A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98" name="TextBox 397"/>
          <p:cNvSpPr txBox="1"/>
          <p:nvPr/>
        </p:nvSpPr>
        <p:spPr>
          <a:xfrm>
            <a:off x="694944" y="2382012"/>
            <a:ext cx="6729984" cy="649224"/>
          </a:xfrm>
          <a:prstGeom prst="rect">
            <a:avLst/>
          </a:prstGeom>
          <a:noFill/>
        </p:spPr>
        <p:txBody>
          <a:bodyPr wrap="square" lIns="82296" rIns="36576" tIns="18288" bIns="18288">
            <a:norm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350" b="0">
                <a:solidFill>
                  <a:srgbClr val="000000"/>
                </a:solidFill>
                <a:latin typeface="Montserrat"/>
              </a:rPr>
              <a:t>Response excerpt: relevant_chunks include ASH-ATL Midtown self parking at $28 per night and ASH-MIA Brickell valet at $55 per night.</a:t>
            </a:r>
          </a:p>
        </p:txBody>
      </p:sp>
      <p:sp>
        <p:nvSpPr>
          <p:cNvPr id="399" name="Oval 398"/>
          <p:cNvSpPr/>
          <p:nvPr/>
        </p:nvSpPr>
        <p:spPr>
          <a:xfrm>
            <a:off x="402336" y="2482596"/>
            <a:ext cx="192024" cy="192024"/>
          </a:xfrm>
          <a:prstGeom prst="ellipse">
            <a:avLst/>
          </a:prstGeom>
          <a:solidFill>
            <a:srgbClr val="0944A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00" name="TextBox 399"/>
          <p:cNvSpPr txBox="1"/>
          <p:nvPr/>
        </p:nvSpPr>
        <p:spPr>
          <a:xfrm>
            <a:off x="694944" y="3063240"/>
            <a:ext cx="6729984" cy="448056"/>
          </a:xfrm>
          <a:prstGeom prst="rect">
            <a:avLst/>
          </a:prstGeom>
          <a:noFill/>
        </p:spPr>
        <p:txBody>
          <a:bodyPr wrap="square" lIns="82296" rIns="36576" tIns="18288" bIns="18288">
            <a:norm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350" b="0">
                <a:solidFill>
                  <a:srgbClr val="000000"/>
                </a:solidFill>
                <a:latin typeface="Montserrat"/>
              </a:rPr>
              <a:t>This endpoint is useful for checking retrieval quality before evaluating the generated answer.</a:t>
            </a:r>
          </a:p>
        </p:txBody>
      </p:sp>
      <p:sp>
        <p:nvSpPr>
          <p:cNvPr id="401" name="Oval 400"/>
          <p:cNvSpPr/>
          <p:nvPr/>
        </p:nvSpPr>
        <p:spPr>
          <a:xfrm>
            <a:off x="402336" y="3163824"/>
            <a:ext cx="192024" cy="192024"/>
          </a:xfrm>
          <a:prstGeom prst="ellipse">
            <a:avLst/>
          </a:prstGeom>
          <a:solidFill>
            <a:srgbClr val="0944A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02" name="TextBox 401"/>
          <p:cNvSpPr txBox="1"/>
          <p:nvPr/>
        </p:nvSpPr>
        <p:spPr>
          <a:xfrm>
            <a:off x="8339327" y="4818888"/>
            <a:ext cx="384048" cy="146304"/>
          </a:xfrm>
          <a:prstGeom prst="rect">
            <a:avLst/>
          </a:prstGeom>
          <a:noFill/>
        </p:spPr>
        <p:txBody>
          <a:bodyPr wrap="none" lIns="0" rIns="0">
            <a:spAutoFit/>
          </a:bodyPr>
          <a:lstStyle/>
          <a:p>
            <a:pPr algn="r">
              <a:spcBef>
                <a:spcPts val="0"/>
              </a:spcBef>
              <a:spcAft>
                <a:spcPts val="0"/>
              </a:spcAft>
            </a:pPr>
            <a:r>
              <a:rPr sz="720" b="1">
                <a:solidFill>
                  <a:srgbClr val="646973"/>
                </a:solidFill>
                <a:latin typeface="Montserrat"/>
              </a:rPr>
              <a:t>29</a:t>
            </a:r>
          </a:p>
        </p:txBody>
      </p:sp>
    </p:spTree>
  </p:cSld>
  <p:clrMapOvr>
    <a:masterClrMapping/>
  </p:clrMapOvr>
</p:sld>
</file>

<file path=ppt/slides/slide30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397" name="Shape 39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98" name="Google Shape;398;p64"/>
          <p:cNvSpPr txBox="1"/>
          <p:nvPr>
            <p:ph type="title"/>
          </p:nvPr>
        </p:nvSpPr>
        <p:spPr>
          <a:xfrm>
            <a:off x="202550" y="289279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r>
              <a:rPr sz="2200" b="1">
                <a:solidFill>
                  <a:srgbClr val="0E39A9"/>
                </a:solidFill>
                <a:latin typeface="Montserrat"/>
              </a:rPr>
              <a:t>Deployment - Inference - Answer with Relevant Chunks</a:t>
            </a:r>
          </a:p>
        </p:txBody>
      </p:sp>
      <p:sp>
        <p:nvSpPr>
          <p:cNvPr id="399" name="Rectangle 398"/>
          <p:cNvSpPr/>
          <p:nvPr/>
        </p:nvSpPr>
        <p:spPr>
          <a:xfrm>
            <a:off x="502920" y="1005840"/>
            <a:ext cx="8138160" cy="32004"/>
          </a:xfrm>
          <a:prstGeom prst="rect">
            <a:avLst/>
          </a:prstGeom>
          <a:solidFill>
            <a:srgbClr val="0E39A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00" name="TextBox 399"/>
          <p:cNvSpPr txBox="1"/>
          <p:nvPr/>
        </p:nvSpPr>
        <p:spPr>
          <a:xfrm>
            <a:off x="694944" y="1325880"/>
            <a:ext cx="6729984" cy="649224"/>
          </a:xfrm>
          <a:prstGeom prst="rect">
            <a:avLst/>
          </a:prstGeom>
          <a:noFill/>
        </p:spPr>
        <p:txBody>
          <a:bodyPr wrap="square" lIns="82296" rIns="36576" tIns="18288" bIns="18288">
            <a:norm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150" b="0">
                <a:solidFill>
                  <a:srgbClr val="000000"/>
                </a:solidFill>
                <a:latin typeface="Montserrat"/>
              </a:rPr>
              <a:t>Endpoint: POST {BACKEND_URL}/v1/answer_with_relevant_chunks; payload includes query, k=5, temperature=0.0, and max_tokens=512.</a:t>
            </a:r>
          </a:p>
        </p:txBody>
      </p:sp>
      <p:sp>
        <p:nvSpPr>
          <p:cNvPr id="401" name="Oval 400"/>
          <p:cNvSpPr/>
          <p:nvPr/>
        </p:nvSpPr>
        <p:spPr>
          <a:xfrm>
            <a:off x="402336" y="1426464"/>
            <a:ext cx="192024" cy="192024"/>
          </a:xfrm>
          <a:prstGeom prst="ellipse">
            <a:avLst/>
          </a:prstGeom>
          <a:solidFill>
            <a:srgbClr val="0944A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02" name="TextBox 401"/>
          <p:cNvSpPr txBox="1"/>
          <p:nvPr/>
        </p:nvSpPr>
        <p:spPr>
          <a:xfrm>
            <a:off x="694944" y="2007108"/>
            <a:ext cx="6729984" cy="448056"/>
          </a:xfrm>
          <a:prstGeom prst="rect">
            <a:avLst/>
          </a:prstGeom>
          <a:noFill/>
        </p:spPr>
        <p:txBody>
          <a:bodyPr wrap="square" lIns="82296" rIns="36576" tIns="18288" bIns="18288">
            <a:norm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150" b="0">
                <a:solidFill>
                  <a:srgbClr val="000000"/>
                </a:solidFill>
                <a:latin typeface="Montserrat"/>
              </a:rPr>
              <a:t>Response includes the answer, model name, parameters, and supporting evidence chunks.</a:t>
            </a:r>
          </a:p>
        </p:txBody>
      </p:sp>
      <p:sp>
        <p:nvSpPr>
          <p:cNvPr id="403" name="Oval 402"/>
          <p:cNvSpPr/>
          <p:nvPr/>
        </p:nvSpPr>
        <p:spPr>
          <a:xfrm>
            <a:off x="402336" y="2107692"/>
            <a:ext cx="192024" cy="192024"/>
          </a:xfrm>
          <a:prstGeom prst="ellipse">
            <a:avLst/>
          </a:prstGeom>
          <a:solidFill>
            <a:srgbClr val="0944A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04" name="TextBox 403"/>
          <p:cNvSpPr txBox="1"/>
          <p:nvPr/>
        </p:nvSpPr>
        <p:spPr>
          <a:xfrm>
            <a:off x="694944" y="2487168"/>
            <a:ext cx="6729984" cy="448056"/>
          </a:xfrm>
          <a:prstGeom prst="rect">
            <a:avLst/>
          </a:prstGeom>
          <a:noFill/>
        </p:spPr>
        <p:txBody>
          <a:bodyPr wrap="square" lIns="82296" rIns="36576" tIns="18288" bIns="18288">
            <a:norm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150" b="0">
                <a:solidFill>
                  <a:srgbClr val="000000"/>
                </a:solidFill>
                <a:latin typeface="Montserrat"/>
              </a:rPr>
              <a:t>Live Codespaces smoke tests: frontend HTTP 200, backend readiness HTTP 200, answer HTTP 200, and answer-with-evidence HTTP 200 with 3 evidence chunks.</a:t>
            </a:r>
          </a:p>
        </p:txBody>
      </p:sp>
      <p:sp>
        <p:nvSpPr>
          <p:cNvPr id="405" name="Oval 404"/>
          <p:cNvSpPr/>
          <p:nvPr/>
        </p:nvSpPr>
        <p:spPr>
          <a:xfrm>
            <a:off x="402336" y="2587752"/>
            <a:ext cx="192024" cy="192024"/>
          </a:xfrm>
          <a:prstGeom prst="ellipse">
            <a:avLst/>
          </a:prstGeom>
          <a:solidFill>
            <a:srgbClr val="0944A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06" name="TextBox 405"/>
          <p:cNvSpPr txBox="1"/>
          <p:nvPr/>
        </p:nvSpPr>
        <p:spPr>
          <a:xfrm>
            <a:off x="694944" y="2967228"/>
            <a:ext cx="6729984" cy="448056"/>
          </a:xfrm>
          <a:prstGeom prst="rect">
            <a:avLst/>
          </a:prstGeom>
          <a:noFill/>
        </p:spPr>
        <p:txBody>
          <a:bodyPr wrap="square" lIns="82296" rIns="36576" tIns="18288" bIns="18288">
            <a:norm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150" b="0">
                <a:solidFill>
                  <a:srgbClr val="000000"/>
                </a:solidFill>
                <a:latin typeface="Montserrat"/>
              </a:rPr>
              <a:t>Parking: Atlanta self-parking $28/night and Miami valet $55/night; evidence returned.</a:t>
            </a:r>
          </a:p>
        </p:txBody>
      </p:sp>
      <p:sp>
        <p:nvSpPr>
          <p:cNvPr id="407" name="Oval 406"/>
          <p:cNvSpPr/>
          <p:nvPr/>
        </p:nvSpPr>
        <p:spPr>
          <a:xfrm>
            <a:off x="402336" y="3067812"/>
            <a:ext cx="192024" cy="192024"/>
          </a:xfrm>
          <a:prstGeom prst="ellipse">
            <a:avLst/>
          </a:prstGeom>
          <a:solidFill>
            <a:srgbClr val="0944A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08" name="TextBox 407"/>
          <p:cNvSpPr txBox="1"/>
          <p:nvPr/>
        </p:nvSpPr>
        <p:spPr>
          <a:xfrm>
            <a:off x="694944" y="3447288"/>
            <a:ext cx="6729984" cy="448056"/>
          </a:xfrm>
          <a:prstGeom prst="rect">
            <a:avLst/>
          </a:prstGeom>
          <a:noFill/>
        </p:spPr>
        <p:txBody>
          <a:bodyPr wrap="square" lIns="82296" rIns="36576" tIns="18288" bIns="18288">
            <a:norm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150" b="0">
                <a:solidFill>
                  <a:srgbClr val="000000"/>
                </a:solidFill>
                <a:latin typeface="Montserrat"/>
              </a:rPr>
              <a:t>ASH-CHI pet charge: $50/night with a $150 stay cap; flexible cancellation: 6:00 PM local-property-time deadline.</a:t>
            </a:r>
          </a:p>
        </p:txBody>
      </p:sp>
      <p:sp>
        <p:nvSpPr>
          <p:cNvPr id="409" name="Oval 408"/>
          <p:cNvSpPr/>
          <p:nvPr/>
        </p:nvSpPr>
        <p:spPr>
          <a:xfrm>
            <a:off x="402336" y="3547872"/>
            <a:ext cx="192024" cy="192024"/>
          </a:xfrm>
          <a:prstGeom prst="ellipse">
            <a:avLst/>
          </a:prstGeom>
          <a:solidFill>
            <a:srgbClr val="0944A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10" name="TextBox 409"/>
          <p:cNvSpPr txBox="1"/>
          <p:nvPr/>
        </p:nvSpPr>
        <p:spPr>
          <a:xfrm>
            <a:off x="694944" y="3927348"/>
            <a:ext cx="6729984" cy="649224"/>
          </a:xfrm>
          <a:prstGeom prst="rect">
            <a:avLst/>
          </a:prstGeom>
          <a:noFill/>
        </p:spPr>
        <p:txBody>
          <a:bodyPr wrap="square" lIns="82296" rIns="36576" tIns="18288" bIns="18288">
            <a:norm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150" b="0">
                <a:solidFill>
                  <a:srgbClr val="000000"/>
                </a:solidFill>
                <a:latin typeface="Montserrat"/>
              </a:rPr>
              <a:t>Online/offline consistency check: these policy values and evidence selections matched the corresponding offline evaluation checks; no endpoint-specific answer drift was observed.</a:t>
            </a:r>
          </a:p>
        </p:txBody>
      </p:sp>
      <p:sp>
        <p:nvSpPr>
          <p:cNvPr id="411" name="Oval 410"/>
          <p:cNvSpPr/>
          <p:nvPr/>
        </p:nvSpPr>
        <p:spPr>
          <a:xfrm>
            <a:off x="402336" y="4027932"/>
            <a:ext cx="192024" cy="192024"/>
          </a:xfrm>
          <a:prstGeom prst="ellipse">
            <a:avLst/>
          </a:prstGeom>
          <a:solidFill>
            <a:srgbClr val="0944A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12" name="TextBox 411"/>
          <p:cNvSpPr txBox="1"/>
          <p:nvPr/>
        </p:nvSpPr>
        <p:spPr>
          <a:xfrm>
            <a:off x="8339327" y="4818888"/>
            <a:ext cx="384048" cy="146304"/>
          </a:xfrm>
          <a:prstGeom prst="rect">
            <a:avLst/>
          </a:prstGeom>
          <a:noFill/>
        </p:spPr>
        <p:txBody>
          <a:bodyPr wrap="none" lIns="0" rIns="0">
            <a:spAutoFit/>
          </a:bodyPr>
          <a:lstStyle/>
          <a:p>
            <a:pPr algn="r">
              <a:spcBef>
                <a:spcPts val="0"/>
              </a:spcBef>
              <a:spcAft>
                <a:spcPts val="0"/>
              </a:spcAft>
            </a:pPr>
            <a:r>
              <a:rPr sz="720" b="1">
                <a:solidFill>
                  <a:srgbClr val="646973"/>
                </a:solidFill>
                <a:latin typeface="Montserrat"/>
              </a:rPr>
              <a:t>30</a:t>
            </a:r>
          </a:p>
        </p:txBody>
      </p:sp>
    </p:spTree>
  </p:cSld>
  <p:clrMapOvr>
    <a:masterClrMapping/>
  </p:clrMapOvr>
</p:sld>
</file>

<file path=ppt/slides/slide3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/>
        </p:txBody>
      </p:sp>
      <p:sp>
        <p:nvSpPr>
          <p:cNvPr id="3" name="Rectangle 2"/>
          <p:cNvSpPr/>
          <p:nvPr/>
        </p:nvSpPr>
        <p:spPr>
          <a:xfrm>
            <a:off x="0" y="0"/>
            <a:ext cx="9144000" cy="713232"/>
          </a:xfrm>
          <a:prstGeom prst="rect">
            <a:avLst/>
          </a:prstGeom>
          <a:solidFill>
            <a:srgbClr val="0E39A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548640" y="182880"/>
            <a:ext cx="8046720" cy="347472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spcBef>
                <a:spcPts val="0"/>
              </a:spcBef>
              <a:spcAft>
                <a:spcPts val="0"/>
              </a:spcAft>
            </a:pPr>
            <a:r>
              <a:rPr sz="2200" b="1">
                <a:solidFill>
                  <a:srgbClr val="FFFFFF"/>
                </a:solidFill>
                <a:latin typeface="Montserrat"/>
              </a:rPr>
              <a:t>Deployment - Live Streamlit Webpage</a:t>
            </a:r>
          </a:p>
        </p:txBody>
      </p:sp>
      <p:sp>
        <p:nvSpPr>
          <p:cNvPr id="5" name="Rectangle 4"/>
          <p:cNvSpPr/>
          <p:nvPr/>
        </p:nvSpPr>
        <p:spPr>
          <a:xfrm>
            <a:off x="502920" y="1005840"/>
            <a:ext cx="8138160" cy="32004"/>
          </a:xfrm>
          <a:prstGeom prst="rect">
            <a:avLst/>
          </a:prstGeom>
          <a:solidFill>
            <a:srgbClr val="0E39A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6" name="Picture 5" descr="aurora_streamlit_deployment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02920" y="1298448"/>
            <a:ext cx="5074920" cy="3877056"/>
          </a:xfrm>
          <a:prstGeom prst="rect">
            <a:avLst/>
          </a:prstGeom>
          <a:ln w="12700">
            <a:solidFill>
              <a:srgbClr val="BECBE8"/>
            </a:solidFill>
          </a:ln>
        </p:spPr>
      </p:pic>
      <p:sp>
        <p:nvSpPr>
          <p:cNvPr id="7" name="TextBox 6"/>
          <p:cNvSpPr txBox="1"/>
          <p:nvPr/>
        </p:nvSpPr>
        <p:spPr>
          <a:xfrm>
            <a:off x="502920" y="5230368"/>
            <a:ext cx="5074920" cy="18288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>
              <a:spcBef>
                <a:spcPts val="0"/>
              </a:spcBef>
              <a:spcAft>
                <a:spcPts val="0"/>
              </a:spcAft>
            </a:pPr>
            <a:r>
              <a:rPr sz="720" i="1">
                <a:solidFill>
                  <a:srgbClr val="5F5F5F"/>
                </a:solidFill>
                <a:latin typeface="Montserrat"/>
              </a:rPr>
              <a:t>Full-page capture from the public Codespaces frontend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5852160" y="1389888"/>
            <a:ext cx="2788920" cy="361188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>
              <a:spcBef>
                <a:spcPts val="0"/>
              </a:spcBef>
              <a:spcAft>
                <a:spcPts val="500"/>
              </a:spcAft>
            </a:pPr>
            <a:r>
              <a:rPr sz="1050" b="1">
                <a:solidFill>
                  <a:srgbClr val="0E39A9"/>
                </a:solidFill>
                <a:latin typeface="Montserrat"/>
              </a:rPr>
              <a:t>Public frontend URL</a:t>
            </a:r>
          </a:p>
          <a:p>
            <a:pPr>
              <a:spcBef>
                <a:spcPts val="0"/>
              </a:spcBef>
              <a:spcAft>
                <a:spcPts val="200"/>
              </a:spcAft>
            </a:pPr>
            <a:r>
              <a:rPr sz="830" b="0">
                <a:solidFill>
                  <a:srgbClr val="000000"/>
                </a:solidFill>
                <a:latin typeface="Montserrat"/>
              </a:rPr>
              <a:t>https://turbo-zebra-4qqj6wr7pv573xpr-8501.app.github.dev</a:t>
            </a:r>
          </a:p>
          <a:p>
            <a:pPr>
              <a:spcBef>
                <a:spcPts val="0"/>
              </a:spcBef>
              <a:spcAft>
                <a:spcPts val="500"/>
              </a:spcAft>
            </a:pPr>
          </a:p>
          <a:p>
            <a:pPr>
              <a:spcBef>
                <a:spcPts val="0"/>
              </a:spcBef>
              <a:spcAft>
                <a:spcPts val="200"/>
              </a:spcAft>
            </a:pPr>
            <a:r>
              <a:rPr sz="830" b="0">
                <a:solidFill>
                  <a:srgbClr val="000000"/>
                </a:solidFill>
                <a:latin typeface="Montserrat"/>
              </a:rPr>
              <a:t>Backend API URL</a:t>
            </a:r>
          </a:p>
          <a:p>
            <a:pPr>
              <a:spcBef>
                <a:spcPts val="0"/>
              </a:spcBef>
              <a:spcAft>
                <a:spcPts val="500"/>
              </a:spcAft>
            </a:pPr>
            <a:r>
              <a:rPr sz="1050" b="1">
                <a:solidFill>
                  <a:srgbClr val="0E39A9"/>
                </a:solidFill>
                <a:latin typeface="Montserrat"/>
              </a:rPr>
              <a:t>https://turbo-zebra-4qqj6wr7pv573xpr-7860.app.github.dev</a:t>
            </a:r>
          </a:p>
          <a:p>
            <a:pPr>
              <a:spcBef>
                <a:spcPts val="0"/>
              </a:spcBef>
              <a:spcAft>
                <a:spcPts val="500"/>
              </a:spcAft>
            </a:pPr>
          </a:p>
          <a:p>
            <a:pPr>
              <a:spcBef>
                <a:spcPts val="0"/>
              </a:spcBef>
              <a:spcAft>
                <a:spcPts val="500"/>
              </a:spcAft>
            </a:pPr>
            <a:r>
              <a:rPr sz="830" b="0">
                <a:solidFill>
                  <a:srgbClr val="000000"/>
                </a:solidFill>
                <a:latin typeface="Montserrat"/>
              </a:rPr>
              <a:t>Status</a:t>
            </a:r>
          </a:p>
          <a:p>
            <a:pPr>
              <a:spcBef>
                <a:spcPts val="0"/>
              </a:spcBef>
              <a:spcAft>
                <a:spcPts val="500"/>
              </a:spcAft>
            </a:pPr>
            <a:r>
              <a:rPr sz="830" b="0">
                <a:solidFill>
                  <a:srgbClr val="000000"/>
                </a:solidFill>
                <a:latin typeface="Montserrat"/>
              </a:rPr>
              <a:t>Frontend loaded with HTTP 200.</a:t>
            </a:r>
          </a:p>
          <a:p>
            <a:pPr>
              <a:spcBef>
                <a:spcPts val="0"/>
              </a:spcBef>
              <a:spcAft>
                <a:spcPts val="500"/>
              </a:spcAft>
            </a:pPr>
            <a:r>
              <a:rPr sz="1050" b="0">
                <a:solidFill>
                  <a:srgbClr val="000000"/>
                </a:solidFill>
                <a:latin typeface="Montserrat"/>
              </a:rPr>
              <a:t>Backend readiness returned HTTP 200.</a:t>
            </a:r>
          </a:p>
          <a:p>
            <a:pPr>
              <a:spcBef>
                <a:spcPts val="0"/>
              </a:spcBef>
              <a:spcAft>
                <a:spcPts val="500"/>
              </a:spcAft>
            </a:pPr>
          </a:p>
          <a:p>
            <a:pPr>
              <a:spcBef>
                <a:spcPts val="0"/>
              </a:spcBef>
              <a:spcAft>
                <a:spcPts val="500"/>
              </a:spcAft>
            </a:pPr>
            <a:r>
              <a:rPr sz="830" b="0">
                <a:solidFill>
                  <a:srgbClr val="000000"/>
                </a:solidFill>
                <a:latin typeface="Montserrat"/>
              </a:rPr>
              <a:t>Captured: 20 October 2026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8339327" y="4818888"/>
            <a:ext cx="384048" cy="146304"/>
          </a:xfrm>
          <a:prstGeom prst="rect">
            <a:avLst/>
          </a:prstGeom>
          <a:noFill/>
        </p:spPr>
        <p:txBody>
          <a:bodyPr wrap="none" lIns="0" rIns="0">
            <a:spAutoFit/>
          </a:bodyPr>
          <a:lstStyle/>
          <a:p>
            <a:pPr algn="r">
              <a:spcBef>
                <a:spcPts val="0"/>
              </a:spcBef>
              <a:spcAft>
                <a:spcPts val="0"/>
              </a:spcAft>
            </a:pPr>
            <a:r>
              <a:rPr sz="720" b="1">
                <a:solidFill>
                  <a:srgbClr val="646973"/>
                </a:solidFill>
                <a:latin typeface="Montserrat"/>
              </a:rPr>
              <a:t>31</a:t>
            </a:r>
          </a:p>
        </p:txBody>
      </p:sp>
    </p:spTree>
  </p:cSld>
  <p:clrMapOvr>
    <a:masterClrMapping/>
  </p:clrMapOvr>
</p:sld>
</file>

<file path=ppt/slides/slide3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/>
        </p:txBody>
      </p:sp>
      <p:sp>
        <p:nvSpPr>
          <p:cNvPr id="3" name="Rectangle 2"/>
          <p:cNvSpPr/>
          <p:nvPr/>
        </p:nvSpPr>
        <p:spPr>
          <a:xfrm>
            <a:off x="0" y="0"/>
            <a:ext cx="9144000" cy="713232"/>
          </a:xfrm>
          <a:prstGeom prst="rect">
            <a:avLst/>
          </a:prstGeom>
          <a:solidFill>
            <a:srgbClr val="0E39A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548640" y="182880"/>
            <a:ext cx="8046720" cy="347472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spcBef>
                <a:spcPts val="0"/>
              </a:spcBef>
              <a:spcAft>
                <a:spcPts val="0"/>
              </a:spcAft>
            </a:pPr>
            <a:r>
              <a:rPr sz="2200" b="1">
                <a:solidFill>
                  <a:srgbClr val="FFFFFF"/>
                </a:solidFill>
                <a:latin typeface="Montserrat"/>
              </a:rPr>
              <a:t>Deployment - Live Smoke-Test Results</a:t>
            </a:r>
          </a:p>
        </p:txBody>
      </p:sp>
      <p:sp>
        <p:nvSpPr>
          <p:cNvPr id="5" name="Rectangle 4"/>
          <p:cNvSpPr/>
          <p:nvPr/>
        </p:nvSpPr>
        <p:spPr>
          <a:xfrm>
            <a:off x="502920" y="1005840"/>
            <a:ext cx="8138160" cy="32004"/>
          </a:xfrm>
          <a:prstGeom prst="rect">
            <a:avLst/>
          </a:prstGeom>
          <a:solidFill>
            <a:srgbClr val="0E39A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694944" y="1325880"/>
            <a:ext cx="4160520" cy="310896"/>
          </a:xfrm>
          <a:prstGeom prst="rect">
            <a:avLst/>
          </a:prstGeom>
          <a:noFill/>
        </p:spPr>
        <p:txBody>
          <a:bodyPr wrap="square" lIns="82296" rIns="36576" tIns="18288" bIns="18288">
            <a:norm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950" b="0">
                <a:solidFill>
                  <a:srgbClr val="000000"/>
                </a:solidFill>
                <a:latin typeface="Montserrat"/>
              </a:rPr>
              <a:t>Validated public Codespaces deployment — 20 October 2026.</a:t>
            </a:r>
          </a:p>
        </p:txBody>
      </p:sp>
      <p:sp>
        <p:nvSpPr>
          <p:cNvPr id="7" name="Oval 6"/>
          <p:cNvSpPr/>
          <p:nvPr/>
        </p:nvSpPr>
        <p:spPr>
          <a:xfrm>
            <a:off x="402336" y="1426464"/>
            <a:ext cx="192024" cy="192024"/>
          </a:xfrm>
          <a:prstGeom prst="ellipse">
            <a:avLst/>
          </a:prstGeom>
          <a:solidFill>
            <a:srgbClr val="0944A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694944" y="1673352"/>
            <a:ext cx="4160520" cy="438912"/>
          </a:xfrm>
          <a:prstGeom prst="rect">
            <a:avLst/>
          </a:prstGeom>
          <a:noFill/>
        </p:spPr>
        <p:txBody>
          <a:bodyPr wrap="square" lIns="82296" rIns="36576" tIns="18288" bIns="18288">
            <a:norm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950" b="0">
                <a:solidFill>
                  <a:srgbClr val="000000"/>
                </a:solidFill>
                <a:latin typeface="Montserrat"/>
              </a:rPr>
              <a:t>Frontend + backend: HTTP 200; Streamlit UI and readiness response returned.</a:t>
            </a:r>
          </a:p>
        </p:txBody>
      </p:sp>
      <p:sp>
        <p:nvSpPr>
          <p:cNvPr id="9" name="Oval 8"/>
          <p:cNvSpPr/>
          <p:nvPr/>
        </p:nvSpPr>
        <p:spPr>
          <a:xfrm>
            <a:off x="402336" y="1773936"/>
            <a:ext cx="192024" cy="192024"/>
          </a:xfrm>
          <a:prstGeom prst="ellipse">
            <a:avLst/>
          </a:prstGeom>
          <a:solidFill>
            <a:srgbClr val="0944A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694944" y="2148840"/>
            <a:ext cx="4160520" cy="438912"/>
          </a:xfrm>
          <a:prstGeom prst="rect">
            <a:avLst/>
          </a:prstGeom>
          <a:noFill/>
        </p:spPr>
        <p:txBody>
          <a:bodyPr wrap="square" lIns="82296" rIns="36576" tIns="18288" bIns="18288">
            <a:norm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950" b="0">
                <a:solidFill>
                  <a:srgbClr val="000000"/>
                </a:solidFill>
                <a:latin typeface="Montserrat"/>
              </a:rPr>
              <a:t>Answer only: HTTP 200; grounded parking answer; chunks omitted by design.</a:t>
            </a:r>
          </a:p>
        </p:txBody>
      </p:sp>
      <p:sp>
        <p:nvSpPr>
          <p:cNvPr id="11" name="Oval 10"/>
          <p:cNvSpPr/>
          <p:nvPr/>
        </p:nvSpPr>
        <p:spPr>
          <a:xfrm>
            <a:off x="402336" y="2249424"/>
            <a:ext cx="192024" cy="192024"/>
          </a:xfrm>
          <a:prstGeom prst="ellipse">
            <a:avLst/>
          </a:prstGeom>
          <a:solidFill>
            <a:srgbClr val="0944A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694944" y="2624328"/>
            <a:ext cx="4160520" cy="310896"/>
          </a:xfrm>
          <a:prstGeom prst="rect">
            <a:avLst/>
          </a:prstGeom>
          <a:noFill/>
        </p:spPr>
        <p:txBody>
          <a:bodyPr wrap="square" lIns="82296" rIns="36576" tIns="18288" bIns="18288">
            <a:norm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950" b="0">
                <a:solidFill>
                  <a:srgbClr val="000000"/>
                </a:solidFill>
                <a:latin typeface="Montserrat"/>
              </a:rPr>
              <a:t>Answer + chunks: HTTP 200; same answer plus 3 evidence chunks.</a:t>
            </a:r>
          </a:p>
        </p:txBody>
      </p:sp>
      <p:sp>
        <p:nvSpPr>
          <p:cNvPr id="13" name="Oval 12"/>
          <p:cNvSpPr/>
          <p:nvPr/>
        </p:nvSpPr>
        <p:spPr>
          <a:xfrm>
            <a:off x="402336" y="2724912"/>
            <a:ext cx="192024" cy="192024"/>
          </a:xfrm>
          <a:prstGeom prst="ellipse">
            <a:avLst/>
          </a:prstGeom>
          <a:solidFill>
            <a:srgbClr val="0944A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694944" y="2971800"/>
            <a:ext cx="4160520" cy="310896"/>
          </a:xfrm>
          <a:prstGeom prst="rect">
            <a:avLst/>
          </a:prstGeom>
          <a:noFill/>
        </p:spPr>
        <p:txBody>
          <a:bodyPr wrap="square" lIns="82296" rIns="36576" tIns="18288" bIns="18288">
            <a:norm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950" b="0">
                <a:solidFill>
                  <a:srgbClr val="000000"/>
                </a:solidFill>
                <a:latin typeface="Montserrat"/>
              </a:rPr>
              <a:t>Parking: Atlanta $28/night self-parking; Miami $55/night valet.</a:t>
            </a:r>
          </a:p>
        </p:txBody>
      </p:sp>
      <p:sp>
        <p:nvSpPr>
          <p:cNvPr id="15" name="Oval 14"/>
          <p:cNvSpPr/>
          <p:nvPr/>
        </p:nvSpPr>
        <p:spPr>
          <a:xfrm>
            <a:off x="402336" y="3072384"/>
            <a:ext cx="192024" cy="192024"/>
          </a:xfrm>
          <a:prstGeom prst="ellipse">
            <a:avLst/>
          </a:prstGeom>
          <a:solidFill>
            <a:srgbClr val="0944A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694944" y="3319272"/>
            <a:ext cx="4160520" cy="310896"/>
          </a:xfrm>
          <a:prstGeom prst="rect">
            <a:avLst/>
          </a:prstGeom>
          <a:noFill/>
        </p:spPr>
        <p:txBody>
          <a:bodyPr wrap="square" lIns="82296" rIns="36576" tIns="18288" bIns="18288">
            <a:norm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950" b="0">
                <a:solidFill>
                  <a:srgbClr val="000000"/>
                </a:solidFill>
                <a:latin typeface="Montserrat"/>
              </a:rPr>
              <a:t>ASH-CHI pet: $50/night; $150/stay cap; 3 evidence chunks.</a:t>
            </a:r>
          </a:p>
        </p:txBody>
      </p:sp>
      <p:sp>
        <p:nvSpPr>
          <p:cNvPr id="17" name="Oval 16"/>
          <p:cNvSpPr/>
          <p:nvPr/>
        </p:nvSpPr>
        <p:spPr>
          <a:xfrm>
            <a:off x="402336" y="3419856"/>
            <a:ext cx="192024" cy="192024"/>
          </a:xfrm>
          <a:prstGeom prst="ellipse">
            <a:avLst/>
          </a:prstGeom>
          <a:solidFill>
            <a:srgbClr val="0944A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694944" y="3666744"/>
            <a:ext cx="4160520" cy="310896"/>
          </a:xfrm>
          <a:prstGeom prst="rect">
            <a:avLst/>
          </a:prstGeom>
          <a:noFill/>
        </p:spPr>
        <p:txBody>
          <a:bodyPr wrap="square" lIns="82296" rIns="36576" tIns="18288" bIns="18288">
            <a:norm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950" b="0">
                <a:solidFill>
                  <a:srgbClr val="000000"/>
                </a:solidFill>
                <a:latin typeface="Montserrat"/>
              </a:rPr>
              <a:t>Flexible cancellation: 6:00 PM deadline; 5 evidence chunks.</a:t>
            </a:r>
          </a:p>
        </p:txBody>
      </p:sp>
      <p:sp>
        <p:nvSpPr>
          <p:cNvPr id="19" name="Oval 18"/>
          <p:cNvSpPr/>
          <p:nvPr/>
        </p:nvSpPr>
        <p:spPr>
          <a:xfrm>
            <a:off x="402336" y="3767328"/>
            <a:ext cx="192024" cy="192024"/>
          </a:xfrm>
          <a:prstGeom prst="ellipse">
            <a:avLst/>
          </a:prstGeom>
          <a:solidFill>
            <a:srgbClr val="0944A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5074920" y="1088136"/>
            <a:ext cx="3520440" cy="146304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>
              <a:spcBef>
                <a:spcPts val="0"/>
              </a:spcBef>
              <a:spcAft>
                <a:spcPts val="0"/>
              </a:spcAft>
            </a:pPr>
            <a:r>
              <a:rPr sz="720" b="1">
                <a:solidFill>
                  <a:srgbClr val="0E39A9"/>
                </a:solidFill>
                <a:latin typeface="Montserrat"/>
              </a:rPr>
              <a:t>Answer only — supplied smoke-test capture</a:t>
            </a:r>
          </a:p>
        </p:txBody>
      </p:sp>
      <p:pic>
        <p:nvPicPr>
          <p:cNvPr id="21" name="Picture 20" descr="smoke_test_answer_only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074920" y="1261872"/>
            <a:ext cx="3520440" cy="1901952"/>
          </a:xfrm>
          <a:prstGeom prst="rect">
            <a:avLst/>
          </a:prstGeom>
          <a:ln w="10160">
            <a:solidFill>
              <a:srgbClr val="BECBE8"/>
            </a:solidFill>
          </a:ln>
        </p:spPr>
      </p:pic>
      <p:sp>
        <p:nvSpPr>
          <p:cNvPr id="22" name="TextBox 21"/>
          <p:cNvSpPr txBox="1"/>
          <p:nvPr/>
        </p:nvSpPr>
        <p:spPr>
          <a:xfrm>
            <a:off x="5074920" y="3081528"/>
            <a:ext cx="3520440" cy="146304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>
              <a:spcBef>
                <a:spcPts val="0"/>
              </a:spcBef>
              <a:spcAft>
                <a:spcPts val="0"/>
              </a:spcAft>
            </a:pPr>
            <a:r>
              <a:rPr sz="720" b="1">
                <a:solidFill>
                  <a:srgbClr val="0E39A9"/>
                </a:solidFill>
                <a:latin typeface="Montserrat"/>
              </a:rPr>
              <a:t>Answer + Relevant Chunks — supplied smoke-test capture</a:t>
            </a:r>
          </a:p>
        </p:txBody>
      </p:sp>
      <p:pic>
        <p:nvPicPr>
          <p:cNvPr id="23" name="Picture 22" descr="smoke_test_answer_plus_chunks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5074920" y="3255264"/>
            <a:ext cx="3520440" cy="1901952"/>
          </a:xfrm>
          <a:prstGeom prst="rect">
            <a:avLst/>
          </a:prstGeom>
          <a:ln w="10160">
            <a:solidFill>
              <a:srgbClr val="BECBE8"/>
            </a:solidFill>
          </a:ln>
        </p:spPr>
      </p:pic>
      <p:sp>
        <p:nvSpPr>
          <p:cNvPr id="24" name="TextBox 23"/>
          <p:cNvSpPr txBox="1"/>
          <p:nvPr/>
        </p:nvSpPr>
        <p:spPr>
          <a:xfrm>
            <a:off x="8339327" y="4818888"/>
            <a:ext cx="384048" cy="146304"/>
          </a:xfrm>
          <a:prstGeom prst="rect">
            <a:avLst/>
          </a:prstGeom>
          <a:noFill/>
        </p:spPr>
        <p:txBody>
          <a:bodyPr wrap="none" lIns="0" rIns="0">
            <a:spAutoFit/>
          </a:bodyPr>
          <a:lstStyle/>
          <a:p>
            <a:pPr algn="r">
              <a:spcBef>
                <a:spcPts val="0"/>
              </a:spcBef>
              <a:spcAft>
                <a:spcPts val="0"/>
              </a:spcAft>
            </a:pPr>
            <a:r>
              <a:rPr sz="720" b="1">
                <a:solidFill>
                  <a:srgbClr val="646973"/>
                </a:solidFill>
                <a:latin typeface="Montserrat"/>
              </a:rPr>
              <a:t>32</a:t>
            </a:r>
          </a:p>
        </p:txBody>
      </p:sp>
    </p:spTree>
  </p:cSld>
  <p:clrMapOvr>
    <a:masterClrMapping/>
  </p:clrMapOvr>
</p:sld>
</file>

<file path=ppt/slides/slide3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411" name="Shape 41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12" name="Google Shape;412;p66"/>
          <p:cNvSpPr txBox="1"/>
          <p:nvPr>
            <p:ph type="title"/>
          </p:nvPr>
        </p:nvSpPr>
        <p:spPr>
          <a:xfrm>
            <a:off x="202550" y="289279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r>
              <a:rPr sz="2200" b="1">
                <a:solidFill>
                  <a:srgbClr val="0E39A9"/>
                </a:solidFill>
                <a:latin typeface="Montserrat"/>
              </a:rPr>
              <a:t>Insights from Analysis</a:t>
            </a:r>
          </a:p>
        </p:txBody>
      </p:sp>
      <p:sp>
        <p:nvSpPr>
          <p:cNvPr id="413" name="Rectangle 412"/>
          <p:cNvSpPr/>
          <p:nvPr/>
        </p:nvSpPr>
        <p:spPr>
          <a:xfrm>
            <a:off x="502920" y="1005840"/>
            <a:ext cx="8138160" cy="32004"/>
          </a:xfrm>
          <a:prstGeom prst="rect">
            <a:avLst/>
          </a:prstGeom>
          <a:solidFill>
            <a:srgbClr val="0E39A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14" name="TextBox 413"/>
          <p:cNvSpPr txBox="1"/>
          <p:nvPr/>
        </p:nvSpPr>
        <p:spPr>
          <a:xfrm>
            <a:off x="594360" y="1170432"/>
            <a:ext cx="7955279" cy="256032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spcBef>
                <a:spcPts val="0"/>
              </a:spcBef>
              <a:spcAft>
                <a:spcPts val="0"/>
              </a:spcAft>
            </a:pPr>
            <a:r>
              <a:rPr sz="1150">
                <a:solidFill>
                  <a:srgbClr val="555555"/>
                </a:solidFill>
                <a:latin typeface="Montserrat"/>
              </a:rPr>
              <a:t>What the analysis means for the business</a:t>
            </a:r>
          </a:p>
        </p:txBody>
      </p:sp>
      <p:sp>
        <p:nvSpPr>
          <p:cNvPr id="415" name="Rounded Rectangle 414"/>
          <p:cNvSpPr/>
          <p:nvPr/>
        </p:nvSpPr>
        <p:spPr>
          <a:xfrm>
            <a:off x="594360" y="1627632"/>
            <a:ext cx="7360920" cy="932688"/>
          </a:xfrm>
          <a:prstGeom prst="roundRect">
            <a:avLst/>
          </a:prstGeom>
          <a:solidFill>
            <a:srgbClr val="E8EFFF"/>
          </a:solidFill>
          <a:ln w="13970">
            <a:solidFill>
              <a:srgbClr val="0E39A9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64592" rIns="164592" tIns="91440" bIns="54864"/>
          <a:lstStyle/>
          <a:p>
            <a:r>
              <a:rPr sz="1120" b="1">
                <a:solidFill>
                  <a:srgbClr val="0E39A9"/>
                </a:solidFill>
                <a:latin typeface="Montserrat"/>
              </a:rPr>
              <a:t>PERFORMANCE SIGNAL</a:t>
            </a:r>
          </a:p>
          <a:p>
            <a:r>
              <a:rPr sz="1050" b="0">
                <a:solidFill>
                  <a:srgbClr val="1F2937"/>
                </a:solidFill>
                <a:latin typeface="Montserrat"/>
              </a:rPr>
              <a:t>7/10 held-out cases passed with a weighted composite of .867 using 120/16 token-safe chunking. This is a quality signal for fewer manual policy lookups; HTTP 200 smoke tests support service readiness.</a:t>
            </a:r>
          </a:p>
        </p:txBody>
      </p:sp>
      <p:sp>
        <p:nvSpPr>
          <p:cNvPr id="416" name="Rounded Rectangle 415"/>
          <p:cNvSpPr/>
          <p:nvPr/>
        </p:nvSpPr>
        <p:spPr>
          <a:xfrm>
            <a:off x="594360" y="2770632"/>
            <a:ext cx="7360920" cy="932688"/>
          </a:xfrm>
          <a:prstGeom prst="roundRect">
            <a:avLst/>
          </a:prstGeom>
          <a:solidFill>
            <a:srgbClr val="FFF5E0"/>
          </a:solidFill>
          <a:ln w="13970">
            <a:solidFill>
              <a:srgbClr val="B97D1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64592" rIns="164592" tIns="91440" bIns="54864"/>
          <a:lstStyle/>
          <a:p>
            <a:r>
              <a:rPr sz="1120" b="1">
                <a:solidFill>
                  <a:srgbClr val="B97D18"/>
                </a:solidFill>
                <a:latin typeface="Montserrat"/>
              </a:rPr>
              <a:t>RISK TO MANAGE</a:t>
            </a:r>
          </a:p>
          <a:p>
            <a:r>
              <a:rPr sz="1050" b="0">
                <a:solidFill>
                  <a:srgbClr val="1F2937"/>
                </a:solidFill>
                <a:latin typeface="Montserrat"/>
              </a:rPr>
              <a:t>Three cases failed: Accessible King (precision=.384), Atlanta/Miami parking (precision=.673), and Miami breakfast (recall=.003; precision=0.000).</a:t>
            </a:r>
          </a:p>
        </p:txBody>
      </p:sp>
      <p:sp>
        <p:nvSpPr>
          <p:cNvPr id="417" name="Rounded Rectangle 416"/>
          <p:cNvSpPr/>
          <p:nvPr/>
        </p:nvSpPr>
        <p:spPr>
          <a:xfrm>
            <a:off x="594360" y="3913632"/>
            <a:ext cx="7360920" cy="932688"/>
          </a:xfrm>
          <a:prstGeom prst="roundRect">
            <a:avLst/>
          </a:prstGeom>
          <a:solidFill>
            <a:srgbClr val="ECF8F0"/>
          </a:solidFill>
          <a:ln w="13970">
            <a:solidFill>
              <a:srgbClr val="1F7752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64592" rIns="164592" tIns="91440" bIns="54864"/>
          <a:lstStyle/>
          <a:p>
            <a:pPr>
              <a:spcBef>
                <a:spcPts val="0"/>
              </a:spcBef>
              <a:spcAft>
                <a:spcPts val="200"/>
              </a:spcAft>
            </a:pPr>
            <a:r>
              <a:rPr sz="1120" b="1">
                <a:solidFill>
                  <a:srgbClr val="1F7752"/>
                </a:solidFill>
                <a:latin typeface="Montserrat"/>
              </a:rPr>
              <a:t>BUSINESS IMPLICATION</a:t>
            </a:r>
          </a:p>
          <a:p>
            <a:pPr>
              <a:spcBef>
                <a:spcPts val="0"/>
              </a:spcBef>
              <a:spcAft>
                <a:spcPts val="0"/>
              </a:spcAft>
            </a:pPr>
            <a:r>
              <a:rPr sz="1050" b="0">
                <a:solidFill>
                  <a:srgbClr val="000000"/>
                </a:solidFill>
                <a:latin typeface="Montserrat"/>
              </a:rPr>
              <a:t>Pilot success should be measured through handling time, first-contact resolution, escalation rate, evidence clicks, latency, and availability. Evidence display plus assisted review protects quality while adoption grows.</a:t>
            </a:r>
          </a:p>
        </p:txBody>
      </p:sp>
      <p:sp>
        <p:nvSpPr>
          <p:cNvPr id="418" name="TextBox 417"/>
          <p:cNvSpPr txBox="1"/>
          <p:nvPr/>
        </p:nvSpPr>
        <p:spPr>
          <a:xfrm>
            <a:off x="8339327" y="4818888"/>
            <a:ext cx="384048" cy="146304"/>
          </a:xfrm>
          <a:prstGeom prst="rect">
            <a:avLst/>
          </a:prstGeom>
          <a:noFill/>
        </p:spPr>
        <p:txBody>
          <a:bodyPr wrap="none" lIns="0" rIns="0">
            <a:spAutoFit/>
          </a:bodyPr>
          <a:lstStyle/>
          <a:p>
            <a:pPr algn="r">
              <a:spcBef>
                <a:spcPts val="0"/>
              </a:spcBef>
              <a:spcAft>
                <a:spcPts val="0"/>
              </a:spcAft>
            </a:pPr>
            <a:r>
              <a:rPr sz="720" b="1">
                <a:solidFill>
                  <a:srgbClr val="646973"/>
                </a:solidFill>
                <a:latin typeface="Montserrat"/>
              </a:rPr>
              <a:t>33</a:t>
            </a:r>
          </a:p>
        </p:txBody>
      </p:sp>
    </p:spTree>
  </p:cSld>
  <p:clrMapOvr>
    <a:masterClrMapping/>
  </p:clrMapOvr>
</p:sld>
</file>

<file path=ppt/slides/slide3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/>
        </p:txBody>
      </p:sp>
      <p:sp>
        <p:nvSpPr>
          <p:cNvPr id="3" name="Rectangle 2"/>
          <p:cNvSpPr/>
          <p:nvPr/>
        </p:nvSpPr>
        <p:spPr>
          <a:xfrm>
            <a:off x="0" y="0"/>
            <a:ext cx="9144000" cy="713232"/>
          </a:xfrm>
          <a:prstGeom prst="rect">
            <a:avLst/>
          </a:prstGeom>
          <a:solidFill>
            <a:srgbClr val="0E39A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548640" y="182880"/>
            <a:ext cx="8046720" cy="347472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spcBef>
                <a:spcPts val="0"/>
              </a:spcBef>
              <a:spcAft>
                <a:spcPts val="0"/>
              </a:spcAft>
            </a:pPr>
            <a:r>
              <a:rPr sz="2200" b="1">
                <a:solidFill>
                  <a:srgbClr val="FFFFFF"/>
                </a:solidFill>
                <a:latin typeface="Montserrat"/>
              </a:rPr>
              <a:t>Actionable Recommendations</a:t>
            </a:r>
          </a:p>
        </p:txBody>
      </p:sp>
      <p:sp>
        <p:nvSpPr>
          <p:cNvPr id="5" name="Rectangle 4"/>
          <p:cNvSpPr/>
          <p:nvPr/>
        </p:nvSpPr>
        <p:spPr>
          <a:xfrm>
            <a:off x="502920" y="1005840"/>
            <a:ext cx="8138160" cy="32004"/>
          </a:xfrm>
          <a:prstGeom prst="rect">
            <a:avLst/>
          </a:prstGeom>
          <a:solidFill>
            <a:srgbClr val="0E39A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594360" y="1170432"/>
            <a:ext cx="7955279" cy="256032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spcBef>
                <a:spcPts val="0"/>
              </a:spcBef>
              <a:spcAft>
                <a:spcPts val="0"/>
              </a:spcAft>
            </a:pPr>
            <a:r>
              <a:rPr sz="1150">
                <a:solidFill>
                  <a:srgbClr val="555555"/>
                </a:solidFill>
                <a:latin typeface="Montserrat"/>
              </a:rPr>
              <a:t>Logical next steps for a controlled business pilot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594360" y="1627632"/>
            <a:ext cx="3429000" cy="987552"/>
          </a:xfrm>
          <a:prstGeom prst="roundRect">
            <a:avLst/>
          </a:prstGeom>
          <a:solidFill>
            <a:srgbClr val="E8EFFF"/>
          </a:solidFill>
          <a:ln w="13970">
            <a:solidFill>
              <a:srgbClr val="0E39A9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Oval 7"/>
          <p:cNvSpPr/>
          <p:nvPr/>
        </p:nvSpPr>
        <p:spPr>
          <a:xfrm>
            <a:off x="740664" y="1792224"/>
            <a:ext cx="393192" cy="393192"/>
          </a:xfrm>
          <a:prstGeom prst="ellipse">
            <a:avLst/>
          </a:prstGeom>
          <a:solidFill>
            <a:srgbClr val="0E39A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r>
              <a:t>1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252728" y="1773936"/>
            <a:ext cx="2578608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Bef>
                <a:spcPts val="0"/>
              </a:spcBef>
              <a:spcAft>
                <a:spcPts val="0"/>
              </a:spcAft>
            </a:pPr>
            <a:r>
              <a:rPr sz="1019" b="1">
                <a:solidFill>
                  <a:srgbClr val="0E39A9"/>
                </a:solidFill>
                <a:latin typeface="Montserrat"/>
              </a:rPr>
              <a:t>PILOT THE BASELINE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252728" y="2066543"/>
            <a:ext cx="2578608" cy="3931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Bef>
                <a:spcPts val="0"/>
              </a:spcBef>
              <a:spcAft>
                <a:spcPts val="0"/>
              </a:spcAft>
            </a:pPr>
            <a:r>
              <a:rPr sz="910" b="0">
                <a:solidFill>
                  <a:srgbClr val="000000"/>
                </a:solidFill>
                <a:latin typeface="Montserrat"/>
              </a:rPr>
              <a:t>Use k=5 with evidence display enabled for support staff.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4526280" y="1627632"/>
            <a:ext cx="3429000" cy="987552"/>
          </a:xfrm>
          <a:prstGeom prst="roundRect">
            <a:avLst/>
          </a:prstGeom>
          <a:solidFill>
            <a:srgbClr val="E6F7F6"/>
          </a:solidFill>
          <a:ln w="13970">
            <a:solidFill>
              <a:srgbClr val="009CA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Oval 11"/>
          <p:cNvSpPr/>
          <p:nvPr/>
        </p:nvSpPr>
        <p:spPr>
          <a:xfrm>
            <a:off x="4672584" y="1792224"/>
            <a:ext cx="393192" cy="393192"/>
          </a:xfrm>
          <a:prstGeom prst="ellipse">
            <a:avLst/>
          </a:prstGeom>
          <a:solidFill>
            <a:srgbClr val="009CA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r>
              <a:t>2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5184648" y="1773936"/>
            <a:ext cx="2578608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Bef>
                <a:spcPts val="0"/>
              </a:spcBef>
              <a:spcAft>
                <a:spcPts val="0"/>
              </a:spcAft>
            </a:pPr>
            <a:r>
              <a:rPr sz="1019" b="1">
                <a:solidFill>
                  <a:srgbClr val="009CA6"/>
                </a:solidFill>
                <a:latin typeface="Montserrat"/>
              </a:rPr>
              <a:t>MONITOR QUALITY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5184648" y="2066543"/>
            <a:ext cx="2578608" cy="3931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Bef>
                <a:spcPts val="0"/>
              </a:spcBef>
              <a:spcAft>
                <a:spcPts val="0"/>
              </a:spcAft>
            </a:pPr>
            <a:r>
              <a:rPr sz="910" b="0">
                <a:solidFill>
                  <a:srgbClr val="000000"/>
                </a:solidFill>
                <a:latin typeface="Montserrat"/>
              </a:rPr>
              <a:t>Track pass rate, precision, latency, escalation rate, and evidence clicks.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594360" y="2907792"/>
            <a:ext cx="3429000" cy="987552"/>
          </a:xfrm>
          <a:prstGeom prst="roundRect">
            <a:avLst/>
          </a:prstGeom>
          <a:solidFill>
            <a:srgbClr val="FFF5E0"/>
          </a:solidFill>
          <a:ln w="13970">
            <a:solidFill>
              <a:srgbClr val="B97D1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Oval 15"/>
          <p:cNvSpPr/>
          <p:nvPr/>
        </p:nvSpPr>
        <p:spPr>
          <a:xfrm>
            <a:off x="740664" y="3072384"/>
            <a:ext cx="393192" cy="393192"/>
          </a:xfrm>
          <a:prstGeom prst="ellipse">
            <a:avLst/>
          </a:prstGeom>
          <a:solidFill>
            <a:srgbClr val="B97D1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r>
              <a:t>3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1252728" y="3054096"/>
            <a:ext cx="2578608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Bef>
                <a:spcPts val="0"/>
              </a:spcBef>
              <a:spcAft>
                <a:spcPts val="0"/>
              </a:spcAft>
            </a:pPr>
            <a:r>
              <a:rPr sz="1019" b="1">
                <a:solidFill>
                  <a:srgbClr val="B97D18"/>
                </a:solidFill>
                <a:latin typeface="Montserrat"/>
              </a:rPr>
              <a:t>ESCALATE AMBIGUITY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1252728" y="3346704"/>
            <a:ext cx="2578608" cy="3931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Bef>
                <a:spcPts val="0"/>
              </a:spcBef>
              <a:spcAft>
                <a:spcPts val="0"/>
              </a:spcAft>
            </a:pPr>
            <a:r>
              <a:rPr sz="910" b="0">
                <a:solidFill>
                  <a:srgbClr val="000000"/>
                </a:solidFill>
                <a:latin typeface="Montserrat"/>
              </a:rPr>
              <a:t>Route low-confidence or underspecified questions to assisted review.</a:t>
            </a:r>
          </a:p>
        </p:txBody>
      </p:sp>
      <p:sp>
        <p:nvSpPr>
          <p:cNvPr id="19" name="Rounded Rectangle 18"/>
          <p:cNvSpPr/>
          <p:nvPr/>
        </p:nvSpPr>
        <p:spPr>
          <a:xfrm>
            <a:off x="4526280" y="2907792"/>
            <a:ext cx="3429000" cy="987552"/>
          </a:xfrm>
          <a:prstGeom prst="roundRect">
            <a:avLst/>
          </a:prstGeom>
          <a:solidFill>
            <a:srgbClr val="ECF8F0"/>
          </a:solidFill>
          <a:ln w="13970">
            <a:solidFill>
              <a:srgbClr val="1F7752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Oval 19"/>
          <p:cNvSpPr/>
          <p:nvPr/>
        </p:nvSpPr>
        <p:spPr>
          <a:xfrm>
            <a:off x="4672584" y="3072384"/>
            <a:ext cx="393192" cy="393192"/>
          </a:xfrm>
          <a:prstGeom prst="ellipse">
            <a:avLst/>
          </a:prstGeom>
          <a:solidFill>
            <a:srgbClr val="1F775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r>
              <a:t>4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5184648" y="3054096"/>
            <a:ext cx="2578608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Bef>
                <a:spcPts val="0"/>
              </a:spcBef>
              <a:spcAft>
                <a:spcPts val="0"/>
              </a:spcAft>
            </a:pPr>
            <a:r>
              <a:rPr sz="1019" b="1">
                <a:solidFill>
                  <a:srgbClr val="1F7752"/>
                </a:solidFill>
                <a:latin typeface="Montserrat"/>
              </a:rPr>
              <a:t>REVIEW BEFORE SCALE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5184648" y="3346704"/>
            <a:ext cx="2578608" cy="3931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Bef>
                <a:spcPts val="0"/>
              </a:spcBef>
              <a:spcAft>
                <a:spcPts val="0"/>
              </a:spcAft>
            </a:pPr>
            <a:r>
              <a:rPr sz="910" b="0">
                <a:solidFill>
                  <a:srgbClr val="000000"/>
                </a:solidFill>
                <a:latin typeface="Montserrat"/>
              </a:rPr>
              <a:t>Investigate the Accessible King failure during the pilot before wider release.</a:t>
            </a:r>
          </a:p>
        </p:txBody>
      </p:sp>
      <p:sp>
        <p:nvSpPr>
          <p:cNvPr id="23" name="Rounded Rectangle 22"/>
          <p:cNvSpPr/>
          <p:nvPr/>
        </p:nvSpPr>
        <p:spPr>
          <a:xfrm>
            <a:off x="594360" y="4315968"/>
            <a:ext cx="7360920" cy="566928"/>
          </a:xfrm>
          <a:prstGeom prst="roundRect">
            <a:avLst/>
          </a:prstGeom>
          <a:solidFill>
            <a:srgbClr val="F2F6FF"/>
          </a:solidFill>
          <a:ln w="15240">
            <a:solidFill>
              <a:srgbClr val="0E39A9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spcBef>
                <a:spcPts val="0"/>
              </a:spcBef>
              <a:spcAft>
                <a:spcPts val="0"/>
              </a:spcAft>
            </a:pPr>
            <a:r>
              <a:rPr sz="1100" b="1">
                <a:solidFill>
                  <a:srgbClr val="0E39A9"/>
                </a:solidFill>
                <a:latin typeface="Montserrat"/>
              </a:rPr>
              <a:t>DECISION: proceed with a controlled pilot; review the known Accessible King failure before wider release.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8339327" y="4818888"/>
            <a:ext cx="384048" cy="146304"/>
          </a:xfrm>
          <a:prstGeom prst="rect">
            <a:avLst/>
          </a:prstGeom>
          <a:noFill/>
        </p:spPr>
        <p:txBody>
          <a:bodyPr wrap="none" lIns="0" rIns="0">
            <a:spAutoFit/>
          </a:bodyPr>
          <a:lstStyle/>
          <a:p>
            <a:pPr algn="r">
              <a:spcBef>
                <a:spcPts val="0"/>
              </a:spcBef>
              <a:spcAft>
                <a:spcPts val="0"/>
              </a:spcAft>
            </a:pPr>
            <a:r>
              <a:rPr sz="720" b="1">
                <a:solidFill>
                  <a:srgbClr val="646973"/>
                </a:solidFill>
                <a:latin typeface="Montserrat"/>
              </a:rPr>
              <a:t>34</a:t>
            </a:r>
          </a:p>
        </p:txBody>
      </p:sp>
    </p:spTree>
  </p:cSld>
  <p:clrMapOvr>
    <a:masterClrMapping/>
  </p:clrMapOvr>
</p:sld>
</file>

<file path=ppt/slides/slide3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/>
        </p:txBody>
      </p:sp>
      <p:sp>
        <p:nvSpPr>
          <p:cNvPr id="3" name="TextBox 2"/>
          <p:cNvSpPr txBox="1"/>
          <p:nvPr/>
        </p:nvSpPr>
        <p:spPr>
          <a:xfrm>
            <a:off x="749808" y="1664208"/>
            <a:ext cx="7498079" cy="658368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spcBef>
                <a:spcPts val="0"/>
              </a:spcBef>
              <a:spcAft>
                <a:spcPts val="0"/>
              </a:spcAft>
            </a:pPr>
            <a:r>
              <a:rPr sz="3400" b="1" i="0">
                <a:solidFill>
                  <a:srgbClr val="0E39A9"/>
                </a:solidFill>
                <a:latin typeface="Montserrat"/>
              </a:rPr>
              <a:t>APPENDIX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804672" y="2578608"/>
            <a:ext cx="7498079" cy="713232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spcBef>
                <a:spcPts val="0"/>
              </a:spcBef>
              <a:spcAft>
                <a:spcPts val="0"/>
              </a:spcAft>
            </a:pPr>
            <a:r>
              <a:rPr sz="1600" b="0" i="0">
                <a:solidFill>
                  <a:srgbClr val="000000"/>
                </a:solidFill>
                <a:latin typeface="Montserrat"/>
              </a:rPr>
              <a:t>Evaluation transparency, development workflow,</a:t>
            </a:r>
          </a:p>
          <a:p>
            <a:pPr>
              <a:spcBef>
                <a:spcPts val="0"/>
              </a:spcBef>
              <a:spcAft>
                <a:spcPts val="0"/>
              </a:spcAft>
            </a:pPr>
            <a:r>
              <a:rPr sz="1600" b="0" i="0">
                <a:solidFill>
                  <a:srgbClr val="000000"/>
                </a:solidFill>
                <a:latin typeface="Montserrat"/>
              </a:rPr>
              <a:t>deployment workflow, and operating measures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822960" y="3913632"/>
            <a:ext cx="7040880" cy="256032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spcBef>
                <a:spcPts val="0"/>
              </a:spcBef>
              <a:spcAft>
                <a:spcPts val="0"/>
              </a:spcAft>
            </a:pPr>
            <a:r>
              <a:rPr sz="1050" b="0" i="1">
                <a:solidFill>
                  <a:srgbClr val="D2DCEB"/>
                </a:solidFill>
                <a:latin typeface="Montserrat"/>
              </a:rPr>
              <a:t>Reference section for implementation, auditability, and handoff</a:t>
            </a:r>
          </a:p>
        </p:txBody>
      </p:sp>
      <p:sp>
        <p:nvSpPr>
          <p:cNvPr id="6" name="Rectangle 5"/>
          <p:cNvSpPr/>
          <p:nvPr/>
        </p:nvSpPr>
        <p:spPr>
          <a:xfrm>
            <a:off x="804672" y="3456432"/>
            <a:ext cx="1417320" cy="64008"/>
          </a:xfrm>
          <a:prstGeom prst="rect">
            <a:avLst/>
          </a:prstGeom>
          <a:solidFill>
            <a:srgbClr val="009CA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8339327" y="4818888"/>
            <a:ext cx="384048" cy="146304"/>
          </a:xfrm>
          <a:prstGeom prst="rect">
            <a:avLst/>
          </a:prstGeom>
          <a:noFill/>
        </p:spPr>
        <p:txBody>
          <a:bodyPr wrap="none" lIns="0" rIns="0">
            <a:spAutoFit/>
          </a:bodyPr>
          <a:lstStyle/>
          <a:p>
            <a:pPr algn="r">
              <a:spcBef>
                <a:spcPts val="0"/>
              </a:spcBef>
              <a:spcAft>
                <a:spcPts val="0"/>
              </a:spcAft>
            </a:pPr>
            <a:r>
              <a:rPr sz="720" b="1">
                <a:solidFill>
                  <a:srgbClr val="646973"/>
                </a:solidFill>
                <a:latin typeface="Montserrat"/>
              </a:rPr>
              <a:t>35</a:t>
            </a:r>
          </a:p>
        </p:txBody>
      </p:sp>
    </p:spTree>
  </p:cSld>
  <p:clrMapOvr>
    <a:masterClrMapping/>
  </p:clrMapOvr>
</p:sld>
</file>

<file path=ppt/slides/slide3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405" name="Shape 40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07" name="Google Shape;407;p65"/>
          <p:cNvSpPr txBox="1"/>
          <p:nvPr/>
        </p:nvSpPr>
        <p:spPr>
          <a:xfrm>
            <a:off x="32525" y="292608"/>
            <a:ext cx="4418700" cy="6156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spAutoFit/>
          </a:bodyPr>
          <a:lstStyle/>
          <a:p>
            <a:r>
              <a:rPr sz="2200" b="1">
                <a:solidFill>
                  <a:srgbClr val="0E39A9"/>
                </a:solidFill>
                <a:latin typeface="Montserrat"/>
              </a:rPr>
              <a:t>Evaluation Evidence</a:t>
            </a:r>
          </a:p>
        </p:txBody>
      </p:sp>
      <p:sp>
        <p:nvSpPr>
          <p:cNvPr id="408" name="Rectangle 407"/>
          <p:cNvSpPr/>
          <p:nvPr/>
        </p:nvSpPr>
        <p:spPr>
          <a:xfrm>
            <a:off x="502920" y="1005840"/>
            <a:ext cx="8138160" cy="32004"/>
          </a:xfrm>
          <a:prstGeom prst="rect">
            <a:avLst/>
          </a:prstGeom>
          <a:solidFill>
            <a:srgbClr val="0E39A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09" name="TextBox 408"/>
          <p:cNvSpPr txBox="1"/>
          <p:nvPr/>
        </p:nvSpPr>
        <p:spPr>
          <a:xfrm>
            <a:off x="694944" y="1325880"/>
            <a:ext cx="6729984" cy="256032"/>
          </a:xfrm>
          <a:prstGeom prst="rect">
            <a:avLst/>
          </a:prstGeom>
          <a:noFill/>
        </p:spPr>
        <p:txBody>
          <a:bodyPr wrap="square" lIns="82296" rIns="36576" tIns="18288" bIns="18288">
            <a:norm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350" b="1">
                <a:solidFill>
                  <a:srgbClr val="0E39A9"/>
                </a:solidFill>
                <a:latin typeface="Montserrat"/>
              </a:rPr>
              <a:t>Production checklist</a:t>
            </a:r>
          </a:p>
        </p:txBody>
      </p:sp>
      <p:sp>
        <p:nvSpPr>
          <p:cNvPr id="410" name="TextBox 409"/>
          <p:cNvSpPr txBox="1"/>
          <p:nvPr/>
        </p:nvSpPr>
        <p:spPr>
          <a:xfrm>
            <a:off x="694944" y="1613916"/>
            <a:ext cx="6729984" cy="448056"/>
          </a:xfrm>
          <a:prstGeom prst="rect">
            <a:avLst/>
          </a:prstGeom>
          <a:noFill/>
        </p:spPr>
        <p:txBody>
          <a:bodyPr wrap="square" lIns="82296" rIns="36576" tIns="18288" bIns="18288">
            <a:norm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350" b="0">
                <a:solidFill>
                  <a:srgbClr val="000000"/>
                </a:solidFill>
                <a:latin typeface="Montserrat"/>
              </a:rPr>
              <a:t>Create config/config.json locally or set Codespaces Secrets for OPENAI_API_KEY and OPENAI_BASE_URL.</a:t>
            </a:r>
          </a:p>
        </p:txBody>
      </p:sp>
      <p:sp>
        <p:nvSpPr>
          <p:cNvPr id="411" name="Oval 410"/>
          <p:cNvSpPr/>
          <p:nvPr/>
        </p:nvSpPr>
        <p:spPr>
          <a:xfrm>
            <a:off x="402336" y="1714500"/>
            <a:ext cx="192024" cy="192024"/>
          </a:xfrm>
          <a:prstGeom prst="ellipse">
            <a:avLst/>
          </a:prstGeom>
          <a:solidFill>
            <a:srgbClr val="0944A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12" name="TextBox 411"/>
          <p:cNvSpPr txBox="1"/>
          <p:nvPr/>
        </p:nvSpPr>
        <p:spPr>
          <a:xfrm>
            <a:off x="694944" y="2093976"/>
            <a:ext cx="6729984" cy="448056"/>
          </a:xfrm>
          <a:prstGeom prst="rect">
            <a:avLst/>
          </a:prstGeom>
          <a:noFill/>
        </p:spPr>
        <p:txBody>
          <a:bodyPr wrap="square" lIns="82296" rIns="36576" tIns="18288" bIns="18288">
            <a:norm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350" b="0">
                <a:solidFill>
                  <a:srgbClr val="000000"/>
                </a:solidFill>
                <a:latin typeface="Montserrat"/>
              </a:rPr>
              <a:t>Start the backend first, confirm the readiness response, then start Streamlit on port 8501.</a:t>
            </a:r>
          </a:p>
        </p:txBody>
      </p:sp>
      <p:sp>
        <p:nvSpPr>
          <p:cNvPr id="413" name="Oval 412"/>
          <p:cNvSpPr/>
          <p:nvPr/>
        </p:nvSpPr>
        <p:spPr>
          <a:xfrm>
            <a:off x="402336" y="2194560"/>
            <a:ext cx="192024" cy="192024"/>
          </a:xfrm>
          <a:prstGeom prst="ellipse">
            <a:avLst/>
          </a:prstGeom>
          <a:solidFill>
            <a:srgbClr val="0944A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14" name="TextBox 413"/>
          <p:cNvSpPr txBox="1"/>
          <p:nvPr/>
        </p:nvSpPr>
        <p:spPr>
          <a:xfrm>
            <a:off x="694944" y="2574036"/>
            <a:ext cx="6729984" cy="448056"/>
          </a:xfrm>
          <a:prstGeom prst="rect">
            <a:avLst/>
          </a:prstGeom>
          <a:noFill/>
        </p:spPr>
        <p:txBody>
          <a:bodyPr wrap="square" lIns="82296" rIns="36576" tIns="18288" bIns="18288">
            <a:norm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350" b="0">
                <a:solidFill>
                  <a:srgbClr val="000000"/>
                </a:solidFill>
                <a:latin typeface="Montserrat"/>
              </a:rPr>
              <a:t>Run a property-specific query and an evidence-display query before wider use.</a:t>
            </a:r>
          </a:p>
        </p:txBody>
      </p:sp>
      <p:sp>
        <p:nvSpPr>
          <p:cNvPr id="415" name="Oval 414"/>
          <p:cNvSpPr/>
          <p:nvPr/>
        </p:nvSpPr>
        <p:spPr>
          <a:xfrm>
            <a:off x="402336" y="2674620"/>
            <a:ext cx="192024" cy="192024"/>
          </a:xfrm>
          <a:prstGeom prst="ellipse">
            <a:avLst/>
          </a:prstGeom>
          <a:solidFill>
            <a:srgbClr val="0944A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16" name="TextBox 415"/>
          <p:cNvSpPr txBox="1"/>
          <p:nvPr/>
        </p:nvSpPr>
        <p:spPr>
          <a:xfrm>
            <a:off x="694944" y="3054096"/>
            <a:ext cx="6729984" cy="256032"/>
          </a:xfrm>
          <a:prstGeom prst="rect">
            <a:avLst/>
          </a:prstGeom>
          <a:noFill/>
        </p:spPr>
        <p:txBody>
          <a:bodyPr wrap="square" lIns="82296" rIns="36576" tIns="18288" bIns="18288">
            <a:norm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350" b="1">
                <a:solidFill>
                  <a:srgbClr val="0E39A9"/>
                </a:solidFill>
                <a:latin typeface="Montserrat"/>
              </a:rPr>
              <a:t>Known limitation</a:t>
            </a:r>
          </a:p>
        </p:txBody>
      </p:sp>
      <p:sp>
        <p:nvSpPr>
          <p:cNvPr id="417" name="TextBox 416"/>
          <p:cNvSpPr txBox="1"/>
          <p:nvPr/>
        </p:nvSpPr>
        <p:spPr>
          <a:xfrm>
            <a:off x="694944" y="3342132"/>
            <a:ext cx="6729984" cy="649224"/>
          </a:xfrm>
          <a:prstGeom prst="rect">
            <a:avLst/>
          </a:prstGeom>
          <a:noFill/>
        </p:spPr>
        <p:txBody>
          <a:bodyPr wrap="square" lIns="82296" rIns="36576" tIns="18288" bIns="18288">
            <a:normAutofit/>
          </a:bodyPr>
          <a:lstStyle/>
          <a:p>
            <a:r>
              <a:t>The Accessible King case has Contextual Precision=.384 because the benchmark question is underspecified for the auto-answer strategy.</a:t>
            </a:r>
          </a:p>
        </p:txBody>
      </p:sp>
      <p:sp>
        <p:nvSpPr>
          <p:cNvPr id="418" name="Oval 417"/>
          <p:cNvSpPr/>
          <p:nvPr/>
        </p:nvSpPr>
        <p:spPr>
          <a:xfrm>
            <a:off x="402336" y="3442715"/>
            <a:ext cx="192024" cy="192024"/>
          </a:xfrm>
          <a:prstGeom prst="ellipse">
            <a:avLst/>
          </a:prstGeom>
          <a:solidFill>
            <a:srgbClr val="0944A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19" name="TextBox 418"/>
          <p:cNvSpPr txBox="1"/>
          <p:nvPr/>
        </p:nvSpPr>
        <p:spPr>
          <a:xfrm>
            <a:off x="694944" y="4023360"/>
            <a:ext cx="6729984" cy="649224"/>
          </a:xfrm>
          <a:prstGeom prst="rect">
            <a:avLst/>
          </a:prstGeom>
          <a:noFill/>
        </p:spPr>
        <p:txBody>
          <a:bodyPr wrap="square" lIns="82296" rIns="36576" tIns="18288" bIns="18288">
            <a:norm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050">
                <a:solidFill>
                  <a:srgbClr val="000000"/>
                </a:solidFill>
                <a:latin typeface="Montserrat"/>
              </a:rPr>
              <a:t>The focused clarification experiment reached Precision=.961; the benchmark question and retrieval baseline remain unchanged.</a:t>
            </a:r>
          </a:p>
          <a:p>
            <a:r>
              <a:rPr sz="1050" b="1">
                <a:solidFill>
                  <a:srgbClr val="0E39A9"/>
                </a:solidFill>
                <a:latin typeface="Montserrat"/>
              </a:rPr>
              <a:t>See Appendix slide 40: Failed Case Analysis.</a:t>
            </a:r>
          </a:p>
        </p:txBody>
      </p:sp>
      <p:sp>
        <p:nvSpPr>
          <p:cNvPr id="420" name="Oval 419"/>
          <p:cNvSpPr/>
          <p:nvPr/>
        </p:nvSpPr>
        <p:spPr>
          <a:xfrm>
            <a:off x="402336" y="4123944"/>
            <a:ext cx="192024" cy="192024"/>
          </a:xfrm>
          <a:prstGeom prst="ellipse">
            <a:avLst/>
          </a:prstGeom>
          <a:solidFill>
            <a:srgbClr val="0944A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21" name="Rounded Rectangle 420"/>
          <p:cNvSpPr/>
          <p:nvPr/>
        </p:nvSpPr>
        <p:spPr>
          <a:xfrm>
            <a:off x="6876288" y="219456"/>
            <a:ext cx="841248" cy="219456"/>
          </a:xfrm>
          <a:prstGeom prst="roundRect">
            <a:avLst/>
          </a:prstGeom>
          <a:solidFill>
            <a:srgbClr val="009CA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>
            <a:pPr algn="ctr">
              <a:spcBef>
                <a:spcPts val="0"/>
              </a:spcBef>
              <a:spcAft>
                <a:spcPts val="0"/>
              </a:spcAft>
            </a:pPr>
            <a:r>
              <a:rPr sz="620" b="1">
                <a:solidFill>
                  <a:srgbClr val="FFFFFF"/>
                </a:solidFill>
                <a:latin typeface="Montserrat"/>
              </a:rPr>
              <a:t>APPENDIX</a:t>
            </a:r>
          </a:p>
        </p:txBody>
      </p:sp>
      <p:sp>
        <p:nvSpPr>
          <p:cNvPr id="422" name="TextBox 421"/>
          <p:cNvSpPr txBox="1"/>
          <p:nvPr/>
        </p:nvSpPr>
        <p:spPr>
          <a:xfrm>
            <a:off x="8339327" y="4818888"/>
            <a:ext cx="384048" cy="146304"/>
          </a:xfrm>
          <a:prstGeom prst="rect">
            <a:avLst/>
          </a:prstGeom>
          <a:noFill/>
        </p:spPr>
        <p:txBody>
          <a:bodyPr wrap="none" lIns="0" rIns="0">
            <a:spAutoFit/>
          </a:bodyPr>
          <a:lstStyle/>
          <a:p>
            <a:pPr algn="r">
              <a:spcBef>
                <a:spcPts val="0"/>
              </a:spcBef>
              <a:spcAft>
                <a:spcPts val="0"/>
              </a:spcAft>
            </a:pPr>
            <a:r>
              <a:rPr sz="720" b="1">
                <a:solidFill>
                  <a:srgbClr val="646973"/>
                </a:solidFill>
                <a:latin typeface="Montserrat"/>
              </a:rPr>
              <a:t>36</a:t>
            </a:r>
          </a:p>
        </p:txBody>
      </p:sp>
    </p:spTree>
  </p:cSld>
  <p:clrMapOvr>
    <a:masterClrMapping/>
  </p:clrMapOvr>
</p:sld>
</file>

<file path=ppt/slides/slide3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/>
        </p:txBody>
      </p:sp>
      <p:sp>
        <p:nvSpPr>
          <p:cNvPr id="3" name="TextBox 2"/>
          <p:cNvSpPr txBox="1"/>
          <p:nvPr/>
        </p:nvSpPr>
        <p:spPr>
          <a:xfrm>
            <a:off x="502920" y="201168"/>
            <a:ext cx="8046720" cy="384048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spcBef>
                <a:spcPts val="0"/>
              </a:spcBef>
              <a:spcAft>
                <a:spcPts val="0"/>
              </a:spcAft>
            </a:pPr>
            <a:r>
              <a:rPr sz="2200" b="1">
                <a:solidFill>
                  <a:srgbClr val="0E39A9"/>
                </a:solidFill>
                <a:latin typeface="Montserrat"/>
              </a:rPr>
              <a:t>Development Workflow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21792" y="1051560"/>
            <a:ext cx="7909560" cy="256032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spcBef>
                <a:spcPts val="0"/>
              </a:spcBef>
              <a:spcAft>
                <a:spcPts val="0"/>
              </a:spcAft>
            </a:pPr>
            <a:r>
              <a:rPr sz="1050">
                <a:solidFill>
                  <a:srgbClr val="555555"/>
                </a:solidFill>
                <a:latin typeface="Montserrat"/>
              </a:rPr>
              <a:t>Reproducible path from source policy documents to evaluated RAG artifacts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658368" y="1271016"/>
            <a:ext cx="438912" cy="164592"/>
          </a:xfrm>
          <a:prstGeom prst="roundRect">
            <a:avLst/>
          </a:prstGeom>
          <a:solidFill>
            <a:srgbClr val="0E39A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spcBef>
                <a:spcPts val="0"/>
              </a:spcBef>
              <a:spcAft>
                <a:spcPts val="0"/>
              </a:spcAft>
            </a:pPr>
            <a:r>
              <a:rPr sz="630" b="1">
                <a:solidFill>
                  <a:srgbClr val="FFFFFF"/>
                </a:solidFill>
                <a:latin typeface="Montserrat"/>
              </a:rPr>
              <a:t>01</a:t>
            </a:r>
          </a:p>
        </p:txBody>
      </p:sp>
      <p:sp>
        <p:nvSpPr>
          <p:cNvPr id="6" name="Chevron 5"/>
          <p:cNvSpPr/>
          <p:nvPr/>
        </p:nvSpPr>
        <p:spPr>
          <a:xfrm>
            <a:off x="1161288" y="1307592"/>
            <a:ext cx="155448" cy="91440"/>
          </a:xfrm>
          <a:prstGeom prst="chevron">
            <a:avLst/>
          </a:prstGeom>
          <a:solidFill>
            <a:srgbClr val="A0AAB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ounded Rectangle 6"/>
          <p:cNvSpPr/>
          <p:nvPr/>
        </p:nvSpPr>
        <p:spPr>
          <a:xfrm>
            <a:off x="1444752" y="1271016"/>
            <a:ext cx="438912" cy="164592"/>
          </a:xfrm>
          <a:prstGeom prst="roundRect">
            <a:avLst/>
          </a:prstGeom>
          <a:solidFill>
            <a:srgbClr val="0E39A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spcBef>
                <a:spcPts val="0"/>
              </a:spcBef>
              <a:spcAft>
                <a:spcPts val="0"/>
              </a:spcAft>
            </a:pPr>
            <a:r>
              <a:rPr sz="630" b="1">
                <a:solidFill>
                  <a:srgbClr val="FFFFFF"/>
                </a:solidFill>
                <a:latin typeface="Montserrat"/>
              </a:rPr>
              <a:t>02</a:t>
            </a:r>
          </a:p>
        </p:txBody>
      </p:sp>
      <p:sp>
        <p:nvSpPr>
          <p:cNvPr id="8" name="Chevron 7"/>
          <p:cNvSpPr/>
          <p:nvPr/>
        </p:nvSpPr>
        <p:spPr>
          <a:xfrm>
            <a:off x="1947672" y="1307592"/>
            <a:ext cx="155448" cy="91440"/>
          </a:xfrm>
          <a:prstGeom prst="chevron">
            <a:avLst/>
          </a:prstGeom>
          <a:solidFill>
            <a:srgbClr val="A0AAB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Rounded Rectangle 8"/>
          <p:cNvSpPr/>
          <p:nvPr/>
        </p:nvSpPr>
        <p:spPr>
          <a:xfrm>
            <a:off x="2231136" y="1271016"/>
            <a:ext cx="438912" cy="164592"/>
          </a:xfrm>
          <a:prstGeom prst="roundRect">
            <a:avLst/>
          </a:prstGeom>
          <a:solidFill>
            <a:srgbClr val="0E39A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spcBef>
                <a:spcPts val="0"/>
              </a:spcBef>
              <a:spcAft>
                <a:spcPts val="0"/>
              </a:spcAft>
            </a:pPr>
            <a:r>
              <a:rPr sz="630" b="1">
                <a:solidFill>
                  <a:srgbClr val="FFFFFF"/>
                </a:solidFill>
                <a:latin typeface="Montserrat"/>
              </a:rPr>
              <a:t>03</a:t>
            </a:r>
          </a:p>
        </p:txBody>
      </p:sp>
      <p:sp>
        <p:nvSpPr>
          <p:cNvPr id="10" name="Chevron 9"/>
          <p:cNvSpPr/>
          <p:nvPr/>
        </p:nvSpPr>
        <p:spPr>
          <a:xfrm>
            <a:off x="2734056" y="1307592"/>
            <a:ext cx="155448" cy="91440"/>
          </a:xfrm>
          <a:prstGeom prst="chevron">
            <a:avLst/>
          </a:prstGeom>
          <a:solidFill>
            <a:srgbClr val="A0AAB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Rounded Rectangle 10"/>
          <p:cNvSpPr/>
          <p:nvPr/>
        </p:nvSpPr>
        <p:spPr>
          <a:xfrm>
            <a:off x="3017520" y="1271016"/>
            <a:ext cx="438912" cy="164592"/>
          </a:xfrm>
          <a:prstGeom prst="roundRect">
            <a:avLst/>
          </a:prstGeom>
          <a:solidFill>
            <a:srgbClr val="0E39A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spcBef>
                <a:spcPts val="0"/>
              </a:spcBef>
              <a:spcAft>
                <a:spcPts val="0"/>
              </a:spcAft>
            </a:pPr>
            <a:r>
              <a:rPr sz="630" b="1">
                <a:solidFill>
                  <a:srgbClr val="FFFFFF"/>
                </a:solidFill>
                <a:latin typeface="Montserrat"/>
              </a:rPr>
              <a:t>04</a:t>
            </a:r>
          </a:p>
        </p:txBody>
      </p:sp>
      <p:sp>
        <p:nvSpPr>
          <p:cNvPr id="12" name="Chevron 11"/>
          <p:cNvSpPr/>
          <p:nvPr/>
        </p:nvSpPr>
        <p:spPr>
          <a:xfrm>
            <a:off x="3520439" y="1307592"/>
            <a:ext cx="155448" cy="91440"/>
          </a:xfrm>
          <a:prstGeom prst="chevron">
            <a:avLst/>
          </a:prstGeom>
          <a:solidFill>
            <a:srgbClr val="A0AAB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Rounded Rectangle 12"/>
          <p:cNvSpPr/>
          <p:nvPr/>
        </p:nvSpPr>
        <p:spPr>
          <a:xfrm>
            <a:off x="3803904" y="1271016"/>
            <a:ext cx="438912" cy="164592"/>
          </a:xfrm>
          <a:prstGeom prst="roundRect">
            <a:avLst/>
          </a:prstGeom>
          <a:solidFill>
            <a:srgbClr val="0E39A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spcBef>
                <a:spcPts val="0"/>
              </a:spcBef>
              <a:spcAft>
                <a:spcPts val="0"/>
              </a:spcAft>
            </a:pPr>
            <a:r>
              <a:rPr sz="630" b="1">
                <a:solidFill>
                  <a:srgbClr val="FFFFFF"/>
                </a:solidFill>
                <a:latin typeface="Montserrat"/>
              </a:rPr>
              <a:t>05</a:t>
            </a:r>
          </a:p>
        </p:txBody>
      </p:sp>
      <p:sp>
        <p:nvSpPr>
          <p:cNvPr id="14" name="Chevron 13"/>
          <p:cNvSpPr/>
          <p:nvPr/>
        </p:nvSpPr>
        <p:spPr>
          <a:xfrm>
            <a:off x="4306824" y="1307592"/>
            <a:ext cx="155448" cy="91440"/>
          </a:xfrm>
          <a:prstGeom prst="chevron">
            <a:avLst/>
          </a:prstGeom>
          <a:solidFill>
            <a:srgbClr val="A0AAB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Rounded Rectangle 14"/>
          <p:cNvSpPr/>
          <p:nvPr/>
        </p:nvSpPr>
        <p:spPr>
          <a:xfrm>
            <a:off x="4590288" y="1271016"/>
            <a:ext cx="438912" cy="164592"/>
          </a:xfrm>
          <a:prstGeom prst="roundRect">
            <a:avLst/>
          </a:prstGeom>
          <a:solidFill>
            <a:srgbClr val="009CA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spcBef>
                <a:spcPts val="0"/>
              </a:spcBef>
              <a:spcAft>
                <a:spcPts val="0"/>
              </a:spcAft>
            </a:pPr>
            <a:r>
              <a:rPr sz="630" b="1">
                <a:solidFill>
                  <a:srgbClr val="FFFFFF"/>
                </a:solidFill>
                <a:latin typeface="Montserrat"/>
              </a:rPr>
              <a:t>06</a:t>
            </a:r>
          </a:p>
        </p:txBody>
      </p:sp>
      <p:sp>
        <p:nvSpPr>
          <p:cNvPr id="16" name="Chevron 15"/>
          <p:cNvSpPr/>
          <p:nvPr/>
        </p:nvSpPr>
        <p:spPr>
          <a:xfrm>
            <a:off x="5093207" y="1307592"/>
            <a:ext cx="155448" cy="91440"/>
          </a:xfrm>
          <a:prstGeom prst="chevron">
            <a:avLst/>
          </a:prstGeom>
          <a:solidFill>
            <a:srgbClr val="A0AAB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Rounded Rectangle 16"/>
          <p:cNvSpPr/>
          <p:nvPr/>
        </p:nvSpPr>
        <p:spPr>
          <a:xfrm>
            <a:off x="5376672" y="1271016"/>
            <a:ext cx="438912" cy="164592"/>
          </a:xfrm>
          <a:prstGeom prst="roundRect">
            <a:avLst/>
          </a:prstGeom>
          <a:solidFill>
            <a:srgbClr val="009CA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spcBef>
                <a:spcPts val="0"/>
              </a:spcBef>
              <a:spcAft>
                <a:spcPts val="0"/>
              </a:spcAft>
            </a:pPr>
            <a:r>
              <a:rPr sz="630" b="1">
                <a:solidFill>
                  <a:srgbClr val="FFFFFF"/>
                </a:solidFill>
                <a:latin typeface="Montserrat"/>
              </a:rPr>
              <a:t>07</a:t>
            </a:r>
          </a:p>
        </p:txBody>
      </p:sp>
      <p:sp>
        <p:nvSpPr>
          <p:cNvPr id="18" name="Chevron 17"/>
          <p:cNvSpPr/>
          <p:nvPr/>
        </p:nvSpPr>
        <p:spPr>
          <a:xfrm>
            <a:off x="5879592" y="1307592"/>
            <a:ext cx="155448" cy="91440"/>
          </a:xfrm>
          <a:prstGeom prst="chevron">
            <a:avLst/>
          </a:prstGeom>
          <a:solidFill>
            <a:srgbClr val="A0AAB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Rounded Rectangle 18"/>
          <p:cNvSpPr/>
          <p:nvPr/>
        </p:nvSpPr>
        <p:spPr>
          <a:xfrm>
            <a:off x="6163055" y="1271016"/>
            <a:ext cx="438912" cy="164592"/>
          </a:xfrm>
          <a:prstGeom prst="roundRect">
            <a:avLst/>
          </a:prstGeom>
          <a:solidFill>
            <a:srgbClr val="009CA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spcBef>
                <a:spcPts val="0"/>
              </a:spcBef>
              <a:spcAft>
                <a:spcPts val="0"/>
              </a:spcAft>
            </a:pPr>
            <a:r>
              <a:rPr sz="630" b="1">
                <a:solidFill>
                  <a:srgbClr val="FFFFFF"/>
                </a:solidFill>
                <a:latin typeface="Montserrat"/>
              </a:rPr>
              <a:t>08</a:t>
            </a:r>
          </a:p>
        </p:txBody>
      </p:sp>
      <p:sp>
        <p:nvSpPr>
          <p:cNvPr id="20" name="Chevron 19"/>
          <p:cNvSpPr/>
          <p:nvPr/>
        </p:nvSpPr>
        <p:spPr>
          <a:xfrm>
            <a:off x="6665975" y="1307592"/>
            <a:ext cx="155448" cy="91440"/>
          </a:xfrm>
          <a:prstGeom prst="chevron">
            <a:avLst/>
          </a:prstGeom>
          <a:solidFill>
            <a:srgbClr val="A0AAB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Rounded Rectangle 20"/>
          <p:cNvSpPr/>
          <p:nvPr/>
        </p:nvSpPr>
        <p:spPr>
          <a:xfrm>
            <a:off x="6949440" y="1271016"/>
            <a:ext cx="438912" cy="164592"/>
          </a:xfrm>
          <a:prstGeom prst="roundRect">
            <a:avLst/>
          </a:prstGeom>
          <a:solidFill>
            <a:srgbClr val="009CA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spcBef>
                <a:spcPts val="0"/>
              </a:spcBef>
              <a:spcAft>
                <a:spcPts val="0"/>
              </a:spcAft>
            </a:pPr>
            <a:r>
              <a:rPr sz="630" b="1">
                <a:solidFill>
                  <a:srgbClr val="FFFFFF"/>
                </a:solidFill>
                <a:latin typeface="Montserrat"/>
              </a:rPr>
              <a:t>09</a:t>
            </a:r>
          </a:p>
        </p:txBody>
      </p:sp>
      <p:sp>
        <p:nvSpPr>
          <p:cNvPr id="22" name="Chevron 21"/>
          <p:cNvSpPr/>
          <p:nvPr/>
        </p:nvSpPr>
        <p:spPr>
          <a:xfrm>
            <a:off x="7452360" y="1307592"/>
            <a:ext cx="155448" cy="91440"/>
          </a:xfrm>
          <a:prstGeom prst="chevron">
            <a:avLst/>
          </a:prstGeom>
          <a:solidFill>
            <a:srgbClr val="A0AAB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Rounded Rectangle 22"/>
          <p:cNvSpPr/>
          <p:nvPr/>
        </p:nvSpPr>
        <p:spPr>
          <a:xfrm>
            <a:off x="7735824" y="1271016"/>
            <a:ext cx="438912" cy="164592"/>
          </a:xfrm>
          <a:prstGeom prst="roundRect">
            <a:avLst/>
          </a:prstGeom>
          <a:solidFill>
            <a:srgbClr val="009CA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spcBef>
                <a:spcPts val="0"/>
              </a:spcBef>
              <a:spcAft>
                <a:spcPts val="0"/>
              </a:spcAft>
            </a:pPr>
            <a:r>
              <a:rPr sz="630" b="1">
                <a:solidFill>
                  <a:srgbClr val="FFFFFF"/>
                </a:solidFill>
                <a:latin typeface="Montserrat"/>
              </a:rPr>
              <a:t>10</a:t>
            </a:r>
          </a:p>
        </p:txBody>
      </p:sp>
      <p:sp>
        <p:nvSpPr>
          <p:cNvPr id="24" name="Rounded Rectangle 23"/>
          <p:cNvSpPr/>
          <p:nvPr/>
        </p:nvSpPr>
        <p:spPr>
          <a:xfrm>
            <a:off x="566928" y="1444752"/>
            <a:ext cx="3822191" cy="530352"/>
          </a:xfrm>
          <a:prstGeom prst="roundRect">
            <a:avLst/>
          </a:prstGeom>
          <a:solidFill>
            <a:srgbClr val="F2F6FF"/>
          </a:solidFill>
          <a:ln w="11430">
            <a:solidFill>
              <a:srgbClr val="0E39A9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Oval 24"/>
          <p:cNvSpPr/>
          <p:nvPr/>
        </p:nvSpPr>
        <p:spPr>
          <a:xfrm>
            <a:off x="658368" y="1545336"/>
            <a:ext cx="365760" cy="310896"/>
          </a:xfrm>
          <a:prstGeom prst="ellipse">
            <a:avLst/>
          </a:prstGeom>
          <a:solidFill>
            <a:srgbClr val="0E39A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>
            <a:pPr algn="ctr">
              <a:spcBef>
                <a:spcPts val="0"/>
              </a:spcBef>
              <a:spcAft>
                <a:spcPts val="0"/>
              </a:spcAft>
            </a:pPr>
            <a:r>
              <a:rPr sz="640" b="1">
                <a:solidFill>
                  <a:srgbClr val="FFFFFF"/>
                </a:solidFill>
                <a:latin typeface="Montserrat"/>
              </a:rPr>
              <a:t>1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1133856" y="1508760"/>
            <a:ext cx="3090672" cy="411480"/>
          </a:xfrm>
          <a:prstGeom prst="rect">
            <a:avLst/>
          </a:prstGeom>
          <a:noFill/>
        </p:spPr>
        <p:txBody>
          <a:bodyPr wrap="square" lIns="18288" rIns="18288" tIns="9144" bIns="9144">
            <a:spAutoFit/>
          </a:bodyPr>
          <a:lstStyle/>
          <a:p>
            <a:pPr>
              <a:lnSpc>
                <a:spcPct val="95000"/>
              </a:lnSpc>
              <a:spcBef>
                <a:spcPts val="0"/>
              </a:spcBef>
              <a:spcAft>
                <a:spcPts val="0"/>
              </a:spcAft>
            </a:pPr>
            <a:r>
              <a:rPr sz="830">
                <a:solidFill>
                  <a:srgbClr val="000000"/>
                </a:solidFill>
                <a:latin typeface="Montserrat"/>
              </a:rPr>
              <a:t>Source ingestion — load four policy PDFs with Docling</a:t>
            </a:r>
          </a:p>
        </p:txBody>
      </p:sp>
      <p:sp>
        <p:nvSpPr>
          <p:cNvPr id="27" name="Rounded Rectangle 26"/>
          <p:cNvSpPr/>
          <p:nvPr/>
        </p:nvSpPr>
        <p:spPr>
          <a:xfrm>
            <a:off x="566928" y="2084832"/>
            <a:ext cx="3822191" cy="530352"/>
          </a:xfrm>
          <a:prstGeom prst="roundRect">
            <a:avLst/>
          </a:prstGeom>
          <a:solidFill>
            <a:srgbClr val="F2F6FF"/>
          </a:solidFill>
          <a:ln w="11430">
            <a:solidFill>
              <a:srgbClr val="0E39A9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" name="Oval 27"/>
          <p:cNvSpPr/>
          <p:nvPr/>
        </p:nvSpPr>
        <p:spPr>
          <a:xfrm>
            <a:off x="658368" y="2185416"/>
            <a:ext cx="365760" cy="310896"/>
          </a:xfrm>
          <a:prstGeom prst="ellipse">
            <a:avLst/>
          </a:prstGeom>
          <a:solidFill>
            <a:srgbClr val="0E39A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>
            <a:pPr algn="ctr">
              <a:spcBef>
                <a:spcPts val="0"/>
              </a:spcBef>
              <a:spcAft>
                <a:spcPts val="0"/>
              </a:spcAft>
            </a:pPr>
            <a:r>
              <a:rPr sz="640" b="1">
                <a:solidFill>
                  <a:srgbClr val="FFFFFF"/>
                </a:solidFill>
                <a:latin typeface="Montserrat"/>
              </a:rPr>
              <a:t>2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1133856" y="2148840"/>
            <a:ext cx="3090672" cy="411480"/>
          </a:xfrm>
          <a:prstGeom prst="rect">
            <a:avLst/>
          </a:prstGeom>
          <a:noFill/>
        </p:spPr>
        <p:txBody>
          <a:bodyPr wrap="square" lIns="18288" rIns="18288" tIns="9144" bIns="9144">
            <a:spAutoFit/>
          </a:bodyPr>
          <a:lstStyle/>
          <a:p>
            <a:pPr>
              <a:lnSpc>
                <a:spcPct val="95000"/>
              </a:lnSpc>
              <a:spcBef>
                <a:spcPts val="0"/>
              </a:spcBef>
              <a:spcAft>
                <a:spcPts val="0"/>
              </a:spcAft>
            </a:pPr>
            <a:r>
              <a:rPr sz="830">
                <a:solidFill>
                  <a:srgbClr val="000000"/>
                </a:solidFill>
                <a:latin typeface="Montserrat"/>
              </a:rPr>
              <a:t>Structure — normalize Markdown; preserve headings and tables</a:t>
            </a:r>
          </a:p>
        </p:txBody>
      </p:sp>
      <p:sp>
        <p:nvSpPr>
          <p:cNvPr id="30" name="Rounded Rectangle 29"/>
          <p:cNvSpPr/>
          <p:nvPr/>
        </p:nvSpPr>
        <p:spPr>
          <a:xfrm>
            <a:off x="566928" y="2724912"/>
            <a:ext cx="3822191" cy="530352"/>
          </a:xfrm>
          <a:prstGeom prst="roundRect">
            <a:avLst/>
          </a:prstGeom>
          <a:solidFill>
            <a:srgbClr val="F2F6FF"/>
          </a:solidFill>
          <a:ln w="11430">
            <a:solidFill>
              <a:srgbClr val="0E39A9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1" name="Oval 30"/>
          <p:cNvSpPr/>
          <p:nvPr/>
        </p:nvSpPr>
        <p:spPr>
          <a:xfrm>
            <a:off x="658368" y="2825496"/>
            <a:ext cx="365760" cy="310896"/>
          </a:xfrm>
          <a:prstGeom prst="ellipse">
            <a:avLst/>
          </a:prstGeom>
          <a:solidFill>
            <a:srgbClr val="0E39A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>
            <a:pPr algn="ctr">
              <a:spcBef>
                <a:spcPts val="0"/>
              </a:spcBef>
              <a:spcAft>
                <a:spcPts val="0"/>
              </a:spcAft>
            </a:pPr>
            <a:r>
              <a:rPr sz="640" b="1">
                <a:solidFill>
                  <a:srgbClr val="FFFFFF"/>
                </a:solidFill>
                <a:latin typeface="Montserrat"/>
              </a:rPr>
              <a:t>3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1133856" y="2788920"/>
            <a:ext cx="3090672" cy="411480"/>
          </a:xfrm>
          <a:prstGeom prst="rect">
            <a:avLst/>
          </a:prstGeom>
          <a:noFill/>
        </p:spPr>
        <p:txBody>
          <a:bodyPr wrap="square" lIns="18288" rIns="18288" tIns="9144" bIns="9144">
            <a:spAutoFit/>
          </a:bodyPr>
          <a:lstStyle/>
          <a:p>
            <a:r>
              <a:t>Chunk + enrich — 120/16 token chunks, atomic rows, metadata</a:t>
            </a:r>
          </a:p>
        </p:txBody>
      </p:sp>
      <p:sp>
        <p:nvSpPr>
          <p:cNvPr id="33" name="Rounded Rectangle 32"/>
          <p:cNvSpPr/>
          <p:nvPr/>
        </p:nvSpPr>
        <p:spPr>
          <a:xfrm>
            <a:off x="566928" y="3364991"/>
            <a:ext cx="3822191" cy="530352"/>
          </a:xfrm>
          <a:prstGeom prst="roundRect">
            <a:avLst/>
          </a:prstGeom>
          <a:solidFill>
            <a:srgbClr val="F2F6FF"/>
          </a:solidFill>
          <a:ln w="11430">
            <a:solidFill>
              <a:srgbClr val="0E39A9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4" name="Oval 33"/>
          <p:cNvSpPr/>
          <p:nvPr/>
        </p:nvSpPr>
        <p:spPr>
          <a:xfrm>
            <a:off x="658368" y="3465575"/>
            <a:ext cx="365760" cy="310896"/>
          </a:xfrm>
          <a:prstGeom prst="ellipse">
            <a:avLst/>
          </a:prstGeom>
          <a:solidFill>
            <a:srgbClr val="0E39A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>
            <a:pPr algn="ctr">
              <a:spcBef>
                <a:spcPts val="0"/>
              </a:spcBef>
              <a:spcAft>
                <a:spcPts val="0"/>
              </a:spcAft>
            </a:pPr>
            <a:r>
              <a:rPr sz="640" b="1">
                <a:solidFill>
                  <a:srgbClr val="FFFFFF"/>
                </a:solidFill>
                <a:latin typeface="Montserrat"/>
              </a:rPr>
              <a:t>4</a:t>
            </a:r>
          </a:p>
        </p:txBody>
      </p:sp>
      <p:sp>
        <p:nvSpPr>
          <p:cNvPr id="35" name="TextBox 34"/>
          <p:cNvSpPr txBox="1"/>
          <p:nvPr/>
        </p:nvSpPr>
        <p:spPr>
          <a:xfrm>
            <a:off x="1133856" y="3428999"/>
            <a:ext cx="3090672" cy="411480"/>
          </a:xfrm>
          <a:prstGeom prst="rect">
            <a:avLst/>
          </a:prstGeom>
          <a:noFill/>
        </p:spPr>
        <p:txBody>
          <a:bodyPr wrap="square" lIns="18288" rIns="18288" tIns="9144" bIns="9144">
            <a:spAutoFit/>
          </a:bodyPr>
          <a:lstStyle/>
          <a:p>
            <a:pPr>
              <a:lnSpc>
                <a:spcPct val="95000"/>
              </a:lnSpc>
              <a:spcBef>
                <a:spcPts val="0"/>
              </a:spcBef>
              <a:spcAft>
                <a:spcPts val="0"/>
              </a:spcAft>
            </a:pPr>
            <a:r>
              <a:rPr sz="830">
                <a:solidFill>
                  <a:srgbClr val="000000"/>
                </a:solidFill>
                <a:latin typeface="Montserrat"/>
              </a:rPr>
              <a:t>Embed + index — domain embeddings stored in FAISS</a:t>
            </a:r>
          </a:p>
        </p:txBody>
      </p:sp>
      <p:sp>
        <p:nvSpPr>
          <p:cNvPr id="36" name="Rounded Rectangle 35"/>
          <p:cNvSpPr/>
          <p:nvPr/>
        </p:nvSpPr>
        <p:spPr>
          <a:xfrm>
            <a:off x="566928" y="4005072"/>
            <a:ext cx="3822191" cy="530352"/>
          </a:xfrm>
          <a:prstGeom prst="roundRect">
            <a:avLst/>
          </a:prstGeom>
          <a:solidFill>
            <a:srgbClr val="F2F6FF"/>
          </a:solidFill>
          <a:ln w="11430">
            <a:solidFill>
              <a:srgbClr val="0E39A9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7" name="Oval 36"/>
          <p:cNvSpPr/>
          <p:nvPr/>
        </p:nvSpPr>
        <p:spPr>
          <a:xfrm>
            <a:off x="658368" y="4105656"/>
            <a:ext cx="365760" cy="310896"/>
          </a:xfrm>
          <a:prstGeom prst="ellipse">
            <a:avLst/>
          </a:prstGeom>
          <a:solidFill>
            <a:srgbClr val="0E39A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>
            <a:pPr algn="ctr">
              <a:spcBef>
                <a:spcPts val="0"/>
              </a:spcBef>
              <a:spcAft>
                <a:spcPts val="0"/>
              </a:spcAft>
            </a:pPr>
            <a:r>
              <a:rPr sz="640" b="1">
                <a:solidFill>
                  <a:srgbClr val="FFFFFF"/>
                </a:solidFill>
                <a:latin typeface="Montserrat"/>
              </a:rPr>
              <a:t>5</a:t>
            </a:r>
          </a:p>
        </p:txBody>
      </p:sp>
      <p:sp>
        <p:nvSpPr>
          <p:cNvPr id="38" name="TextBox 37"/>
          <p:cNvSpPr txBox="1"/>
          <p:nvPr/>
        </p:nvSpPr>
        <p:spPr>
          <a:xfrm>
            <a:off x="1133856" y="4069080"/>
            <a:ext cx="3090672" cy="411480"/>
          </a:xfrm>
          <a:prstGeom prst="rect">
            <a:avLst/>
          </a:prstGeom>
          <a:noFill/>
        </p:spPr>
        <p:txBody>
          <a:bodyPr wrap="square" lIns="18288" rIns="18288" tIns="9144" bIns="9144">
            <a:spAutoFit/>
          </a:bodyPr>
          <a:lstStyle/>
          <a:p>
            <a:pPr>
              <a:lnSpc>
                <a:spcPct val="95000"/>
              </a:lnSpc>
              <a:spcBef>
                <a:spcPts val="0"/>
              </a:spcBef>
              <a:spcAft>
                <a:spcPts val="0"/>
              </a:spcAft>
            </a:pPr>
            <a:r>
              <a:rPr sz="830">
                <a:solidFill>
                  <a:srgbClr val="000000"/>
                </a:solidFill>
                <a:latin typeface="Montserrat"/>
              </a:rPr>
              <a:t>Retrieve — MMR, topic/property routing, CrossEncoder reranking</a:t>
            </a:r>
          </a:p>
        </p:txBody>
      </p:sp>
      <p:sp>
        <p:nvSpPr>
          <p:cNvPr id="39" name="Rounded Rectangle 38"/>
          <p:cNvSpPr/>
          <p:nvPr/>
        </p:nvSpPr>
        <p:spPr>
          <a:xfrm>
            <a:off x="4617720" y="1444752"/>
            <a:ext cx="3822191" cy="530352"/>
          </a:xfrm>
          <a:prstGeom prst="roundRect">
            <a:avLst/>
          </a:prstGeom>
          <a:solidFill>
            <a:srgbClr val="EDF9F7"/>
          </a:solidFill>
          <a:ln w="11430">
            <a:solidFill>
              <a:srgbClr val="009CA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0" name="Oval 39"/>
          <p:cNvSpPr/>
          <p:nvPr/>
        </p:nvSpPr>
        <p:spPr>
          <a:xfrm>
            <a:off x="4709159" y="1545336"/>
            <a:ext cx="365760" cy="310896"/>
          </a:xfrm>
          <a:prstGeom prst="ellipse">
            <a:avLst/>
          </a:prstGeom>
          <a:solidFill>
            <a:srgbClr val="009CA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>
            <a:pPr algn="ctr">
              <a:spcBef>
                <a:spcPts val="0"/>
              </a:spcBef>
              <a:spcAft>
                <a:spcPts val="0"/>
              </a:spcAft>
            </a:pPr>
            <a:r>
              <a:rPr sz="640" b="1">
                <a:solidFill>
                  <a:srgbClr val="FFFFFF"/>
                </a:solidFill>
                <a:latin typeface="Montserrat"/>
              </a:rPr>
              <a:t>6</a:t>
            </a:r>
          </a:p>
        </p:txBody>
      </p:sp>
      <p:sp>
        <p:nvSpPr>
          <p:cNvPr id="41" name="TextBox 40"/>
          <p:cNvSpPr txBox="1"/>
          <p:nvPr/>
        </p:nvSpPr>
        <p:spPr>
          <a:xfrm>
            <a:off x="5184648" y="1508760"/>
            <a:ext cx="3090672" cy="411480"/>
          </a:xfrm>
          <a:prstGeom prst="rect">
            <a:avLst/>
          </a:prstGeom>
          <a:noFill/>
        </p:spPr>
        <p:txBody>
          <a:bodyPr wrap="square" lIns="18288" rIns="18288" tIns="9144" bIns="9144">
            <a:spAutoFit/>
          </a:bodyPr>
          <a:lstStyle/>
          <a:p>
            <a:pPr>
              <a:lnSpc>
                <a:spcPct val="95000"/>
              </a:lnSpc>
              <a:spcBef>
                <a:spcPts val="0"/>
              </a:spcBef>
              <a:spcAft>
                <a:spcPts val="0"/>
              </a:spcAft>
            </a:pPr>
            <a:r>
              <a:rPr sz="830">
                <a:solidFill>
                  <a:srgbClr val="000000"/>
                </a:solidFill>
                <a:latin typeface="Montserrat"/>
              </a:rPr>
              <a:t>Generate — GPT-4o-mini answers from retrieved evidence only</a:t>
            </a:r>
          </a:p>
        </p:txBody>
      </p:sp>
      <p:sp>
        <p:nvSpPr>
          <p:cNvPr id="42" name="Rounded Rectangle 41"/>
          <p:cNvSpPr/>
          <p:nvPr/>
        </p:nvSpPr>
        <p:spPr>
          <a:xfrm>
            <a:off x="4617720" y="2084832"/>
            <a:ext cx="3822191" cy="530352"/>
          </a:xfrm>
          <a:prstGeom prst="roundRect">
            <a:avLst/>
          </a:prstGeom>
          <a:solidFill>
            <a:srgbClr val="EDF9F7"/>
          </a:solidFill>
          <a:ln w="11430">
            <a:solidFill>
              <a:srgbClr val="009CA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3" name="Oval 42"/>
          <p:cNvSpPr/>
          <p:nvPr/>
        </p:nvSpPr>
        <p:spPr>
          <a:xfrm>
            <a:off x="4709159" y="2185416"/>
            <a:ext cx="365760" cy="310896"/>
          </a:xfrm>
          <a:prstGeom prst="ellipse">
            <a:avLst/>
          </a:prstGeom>
          <a:solidFill>
            <a:srgbClr val="009CA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>
            <a:pPr algn="ctr">
              <a:spcBef>
                <a:spcPts val="0"/>
              </a:spcBef>
              <a:spcAft>
                <a:spcPts val="0"/>
              </a:spcAft>
            </a:pPr>
            <a:r>
              <a:rPr sz="640" b="1">
                <a:solidFill>
                  <a:srgbClr val="FFFFFF"/>
                </a:solidFill>
                <a:latin typeface="Montserrat"/>
              </a:rPr>
              <a:t>7</a:t>
            </a:r>
          </a:p>
        </p:txBody>
      </p:sp>
      <p:sp>
        <p:nvSpPr>
          <p:cNvPr id="44" name="TextBox 43"/>
          <p:cNvSpPr txBox="1"/>
          <p:nvPr/>
        </p:nvSpPr>
        <p:spPr>
          <a:xfrm>
            <a:off x="5184648" y="2148840"/>
            <a:ext cx="3090672" cy="411480"/>
          </a:xfrm>
          <a:prstGeom prst="rect">
            <a:avLst/>
          </a:prstGeom>
          <a:noFill/>
        </p:spPr>
        <p:txBody>
          <a:bodyPr wrap="square" lIns="18288" rIns="18288" tIns="9144" bIns="9144">
            <a:spAutoFit/>
          </a:bodyPr>
          <a:lstStyle/>
          <a:p>
            <a:pPr>
              <a:lnSpc>
                <a:spcPct val="95000"/>
              </a:lnSpc>
              <a:spcBef>
                <a:spcPts val="0"/>
              </a:spcBef>
              <a:spcAft>
                <a:spcPts val="0"/>
              </a:spcAft>
            </a:pPr>
            <a:r>
              <a:rPr sz="830">
                <a:solidFill>
                  <a:srgbClr val="000000"/>
                </a:solidFill>
                <a:latin typeface="Montserrat"/>
              </a:rPr>
              <a:t>Evaluate — DeepEval scores faithfulness, recall, precision, relevancy</a:t>
            </a:r>
          </a:p>
        </p:txBody>
      </p:sp>
      <p:sp>
        <p:nvSpPr>
          <p:cNvPr id="45" name="Rounded Rectangle 44"/>
          <p:cNvSpPr/>
          <p:nvPr/>
        </p:nvSpPr>
        <p:spPr>
          <a:xfrm>
            <a:off x="4617720" y="2724912"/>
            <a:ext cx="3822191" cy="530352"/>
          </a:xfrm>
          <a:prstGeom prst="roundRect">
            <a:avLst/>
          </a:prstGeom>
          <a:solidFill>
            <a:srgbClr val="EDF9F7"/>
          </a:solidFill>
          <a:ln w="11430">
            <a:solidFill>
              <a:srgbClr val="009CA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6" name="Oval 45"/>
          <p:cNvSpPr/>
          <p:nvPr/>
        </p:nvSpPr>
        <p:spPr>
          <a:xfrm>
            <a:off x="4709159" y="2825496"/>
            <a:ext cx="365760" cy="310896"/>
          </a:xfrm>
          <a:prstGeom prst="ellipse">
            <a:avLst/>
          </a:prstGeom>
          <a:solidFill>
            <a:srgbClr val="009CA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>
            <a:pPr algn="ctr">
              <a:spcBef>
                <a:spcPts val="0"/>
              </a:spcBef>
              <a:spcAft>
                <a:spcPts val="0"/>
              </a:spcAft>
            </a:pPr>
            <a:r>
              <a:rPr sz="640" b="1">
                <a:solidFill>
                  <a:srgbClr val="FFFFFF"/>
                </a:solidFill>
                <a:latin typeface="Montserrat"/>
              </a:rPr>
              <a:t>8</a:t>
            </a:r>
          </a:p>
        </p:txBody>
      </p:sp>
      <p:sp>
        <p:nvSpPr>
          <p:cNvPr id="47" name="TextBox 46"/>
          <p:cNvSpPr txBox="1"/>
          <p:nvPr/>
        </p:nvSpPr>
        <p:spPr>
          <a:xfrm>
            <a:off x="5184648" y="2788920"/>
            <a:ext cx="3090672" cy="411480"/>
          </a:xfrm>
          <a:prstGeom prst="rect">
            <a:avLst/>
          </a:prstGeom>
          <a:noFill/>
        </p:spPr>
        <p:txBody>
          <a:bodyPr wrap="square" lIns="18288" rIns="18288" tIns="9144" bIns="9144">
            <a:spAutoFit/>
          </a:bodyPr>
          <a:lstStyle/>
          <a:p>
            <a:pPr>
              <a:lnSpc>
                <a:spcPct val="95000"/>
              </a:lnSpc>
              <a:spcBef>
                <a:spcPts val="0"/>
              </a:spcBef>
              <a:spcAft>
                <a:spcPts val="0"/>
              </a:spcAft>
            </a:pPr>
            <a:r>
              <a:rPr sz="830">
                <a:solidFill>
                  <a:srgbClr val="000000"/>
                </a:solidFill>
                <a:latin typeface="Montserrat"/>
              </a:rPr>
              <a:t>Tune + repair — diagnostics drive focused retrieval improvements</a:t>
            </a:r>
          </a:p>
        </p:txBody>
      </p:sp>
      <p:sp>
        <p:nvSpPr>
          <p:cNvPr id="48" name="Rounded Rectangle 47"/>
          <p:cNvSpPr/>
          <p:nvPr/>
        </p:nvSpPr>
        <p:spPr>
          <a:xfrm>
            <a:off x="4617720" y="3364991"/>
            <a:ext cx="3822191" cy="530352"/>
          </a:xfrm>
          <a:prstGeom prst="roundRect">
            <a:avLst/>
          </a:prstGeom>
          <a:solidFill>
            <a:srgbClr val="EDF9F7"/>
          </a:solidFill>
          <a:ln w="11430">
            <a:solidFill>
              <a:srgbClr val="009CA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9" name="Oval 48"/>
          <p:cNvSpPr/>
          <p:nvPr/>
        </p:nvSpPr>
        <p:spPr>
          <a:xfrm>
            <a:off x="4709159" y="3465575"/>
            <a:ext cx="365760" cy="310896"/>
          </a:xfrm>
          <a:prstGeom prst="ellipse">
            <a:avLst/>
          </a:prstGeom>
          <a:solidFill>
            <a:srgbClr val="009CA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>
            <a:pPr algn="ctr">
              <a:spcBef>
                <a:spcPts val="0"/>
              </a:spcBef>
              <a:spcAft>
                <a:spcPts val="0"/>
              </a:spcAft>
            </a:pPr>
            <a:r>
              <a:rPr sz="640" b="1">
                <a:solidFill>
                  <a:srgbClr val="FFFFFF"/>
                </a:solidFill>
                <a:latin typeface="Montserrat"/>
              </a:rPr>
              <a:t>9</a:t>
            </a:r>
          </a:p>
        </p:txBody>
      </p:sp>
      <p:sp>
        <p:nvSpPr>
          <p:cNvPr id="50" name="TextBox 49"/>
          <p:cNvSpPr txBox="1"/>
          <p:nvPr/>
        </p:nvSpPr>
        <p:spPr>
          <a:xfrm>
            <a:off x="5184648" y="3428999"/>
            <a:ext cx="3090672" cy="411480"/>
          </a:xfrm>
          <a:prstGeom prst="rect">
            <a:avLst/>
          </a:prstGeom>
          <a:noFill/>
        </p:spPr>
        <p:txBody>
          <a:bodyPr wrap="square" lIns="18288" rIns="18288" tIns="9144" bIns="9144">
            <a:spAutoFit/>
          </a:bodyPr>
          <a:lstStyle/>
          <a:p>
            <a:pPr>
              <a:lnSpc>
                <a:spcPct val="95000"/>
              </a:lnSpc>
              <a:spcBef>
                <a:spcPts val="0"/>
              </a:spcBef>
              <a:spcAft>
                <a:spcPts val="0"/>
              </a:spcAft>
            </a:pPr>
            <a:r>
              <a:rPr sz="830">
                <a:solidFill>
                  <a:srgbClr val="000000"/>
                </a:solidFill>
                <a:latin typeface="Montserrat"/>
              </a:rPr>
              <a:t>Package — persist index, notebook outputs, CSV reports, prompts</a:t>
            </a:r>
          </a:p>
        </p:txBody>
      </p:sp>
      <p:sp>
        <p:nvSpPr>
          <p:cNvPr id="51" name="Rounded Rectangle 50"/>
          <p:cNvSpPr/>
          <p:nvPr/>
        </p:nvSpPr>
        <p:spPr>
          <a:xfrm>
            <a:off x="4617720" y="4005072"/>
            <a:ext cx="3822191" cy="530352"/>
          </a:xfrm>
          <a:prstGeom prst="roundRect">
            <a:avLst/>
          </a:prstGeom>
          <a:solidFill>
            <a:srgbClr val="EDF9F7"/>
          </a:solidFill>
          <a:ln w="11430">
            <a:solidFill>
              <a:srgbClr val="009CA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2" name="Oval 51"/>
          <p:cNvSpPr/>
          <p:nvPr/>
        </p:nvSpPr>
        <p:spPr>
          <a:xfrm>
            <a:off x="4709159" y="4105656"/>
            <a:ext cx="365760" cy="310896"/>
          </a:xfrm>
          <a:prstGeom prst="ellipse">
            <a:avLst/>
          </a:prstGeom>
          <a:solidFill>
            <a:srgbClr val="009CA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>
            <a:pPr algn="ctr">
              <a:spcBef>
                <a:spcPts val="0"/>
              </a:spcBef>
              <a:spcAft>
                <a:spcPts val="0"/>
              </a:spcAft>
            </a:pPr>
            <a:r>
              <a:rPr sz="640" b="1">
                <a:solidFill>
                  <a:srgbClr val="FFFFFF"/>
                </a:solidFill>
                <a:latin typeface="Montserrat"/>
              </a:rPr>
              <a:t>10</a:t>
            </a:r>
          </a:p>
        </p:txBody>
      </p:sp>
      <p:sp>
        <p:nvSpPr>
          <p:cNvPr id="53" name="TextBox 52"/>
          <p:cNvSpPr txBox="1"/>
          <p:nvPr/>
        </p:nvSpPr>
        <p:spPr>
          <a:xfrm>
            <a:off x="5184648" y="4069080"/>
            <a:ext cx="3090672" cy="411480"/>
          </a:xfrm>
          <a:prstGeom prst="rect">
            <a:avLst/>
          </a:prstGeom>
          <a:noFill/>
        </p:spPr>
        <p:txBody>
          <a:bodyPr wrap="square" lIns="18288" rIns="18288" tIns="9144" bIns="9144">
            <a:spAutoFit/>
          </a:bodyPr>
          <a:lstStyle/>
          <a:p>
            <a:pPr>
              <a:lnSpc>
                <a:spcPct val="95000"/>
              </a:lnSpc>
              <a:spcBef>
                <a:spcPts val="0"/>
              </a:spcBef>
              <a:spcAft>
                <a:spcPts val="0"/>
              </a:spcAft>
            </a:pPr>
            <a:r>
              <a:rPr sz="830">
                <a:solidFill>
                  <a:srgbClr val="000000"/>
                </a:solidFill>
                <a:latin typeface="Montserrat"/>
              </a:rPr>
              <a:t>Version — commit code, artifacts, configuration guidance, and deck</a:t>
            </a:r>
          </a:p>
        </p:txBody>
      </p:sp>
      <p:sp>
        <p:nvSpPr>
          <p:cNvPr id="54" name="TextBox 53"/>
          <p:cNvSpPr txBox="1"/>
          <p:nvPr/>
        </p:nvSpPr>
        <p:spPr>
          <a:xfrm>
            <a:off x="566928" y="4754880"/>
            <a:ext cx="8046720" cy="164592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>
              <a:spcBef>
                <a:spcPts val="0"/>
              </a:spcBef>
              <a:spcAft>
                <a:spcPts val="0"/>
              </a:spcAft>
            </a:pPr>
            <a:r>
              <a:rPr sz="720" i="1">
                <a:solidFill>
                  <a:srgbClr val="5F5F5F"/>
                </a:solidFill>
                <a:latin typeface="Montserrat"/>
              </a:rPr>
              <a:t>Aurora Stays RAG | Appendix workflow | source → evidence → grounded answer → monitored service</a:t>
            </a:r>
          </a:p>
        </p:txBody>
      </p:sp>
      <p:sp>
        <p:nvSpPr>
          <p:cNvPr id="55" name="Rounded Rectangle 54"/>
          <p:cNvSpPr/>
          <p:nvPr/>
        </p:nvSpPr>
        <p:spPr>
          <a:xfrm>
            <a:off x="6876288" y="219456"/>
            <a:ext cx="841248" cy="219456"/>
          </a:xfrm>
          <a:prstGeom prst="roundRect">
            <a:avLst/>
          </a:prstGeom>
          <a:solidFill>
            <a:srgbClr val="009CA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>
            <a:pPr algn="ctr">
              <a:spcBef>
                <a:spcPts val="0"/>
              </a:spcBef>
              <a:spcAft>
                <a:spcPts val="0"/>
              </a:spcAft>
            </a:pPr>
            <a:r>
              <a:rPr sz="620" b="1">
                <a:solidFill>
                  <a:srgbClr val="FFFFFF"/>
                </a:solidFill>
                <a:latin typeface="Montserrat"/>
              </a:rPr>
              <a:t>APPENDIX</a:t>
            </a:r>
          </a:p>
        </p:txBody>
      </p:sp>
      <p:sp>
        <p:nvSpPr>
          <p:cNvPr id="56" name="TextBox 55"/>
          <p:cNvSpPr txBox="1"/>
          <p:nvPr/>
        </p:nvSpPr>
        <p:spPr>
          <a:xfrm>
            <a:off x="8339327" y="4818888"/>
            <a:ext cx="384048" cy="146304"/>
          </a:xfrm>
          <a:prstGeom prst="rect">
            <a:avLst/>
          </a:prstGeom>
          <a:noFill/>
        </p:spPr>
        <p:txBody>
          <a:bodyPr wrap="none" lIns="0" rIns="0">
            <a:spAutoFit/>
          </a:bodyPr>
          <a:lstStyle/>
          <a:p>
            <a:pPr algn="r">
              <a:spcBef>
                <a:spcPts val="0"/>
              </a:spcBef>
              <a:spcAft>
                <a:spcPts val="0"/>
              </a:spcAft>
            </a:pPr>
            <a:r>
              <a:rPr sz="720" b="1">
                <a:solidFill>
                  <a:srgbClr val="646973"/>
                </a:solidFill>
                <a:latin typeface="Montserrat"/>
              </a:rPr>
              <a:t>37</a:t>
            </a:r>
          </a:p>
        </p:txBody>
      </p:sp>
    </p:spTree>
  </p:cSld>
  <p:clrMapOvr>
    <a:masterClrMapping/>
  </p:clrMapOvr>
</p:sld>
</file>

<file path=ppt/slides/slide3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/>
        </p:txBody>
      </p:sp>
      <p:sp>
        <p:nvSpPr>
          <p:cNvPr id="3" name="TextBox 2"/>
          <p:cNvSpPr txBox="1"/>
          <p:nvPr/>
        </p:nvSpPr>
        <p:spPr>
          <a:xfrm>
            <a:off x="502920" y="201168"/>
            <a:ext cx="8046720" cy="384048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spcBef>
                <a:spcPts val="0"/>
              </a:spcBef>
              <a:spcAft>
                <a:spcPts val="0"/>
              </a:spcAft>
            </a:pPr>
            <a:r>
              <a:rPr sz="2200" b="1">
                <a:solidFill>
                  <a:srgbClr val="0E39A9"/>
                </a:solidFill>
                <a:latin typeface="Montserrat"/>
              </a:rPr>
              <a:t>Deployment Workflow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21792" y="1051560"/>
            <a:ext cx="7909560" cy="256032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spcBef>
                <a:spcPts val="0"/>
              </a:spcBef>
              <a:spcAft>
                <a:spcPts val="0"/>
              </a:spcAft>
            </a:pPr>
            <a:r>
              <a:rPr sz="1050">
                <a:solidFill>
                  <a:srgbClr val="555555"/>
                </a:solidFill>
                <a:latin typeface="Montserrat"/>
              </a:rPr>
              <a:t>Runtime path from container startup to monitored, evidence-backed responses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658368" y="1271016"/>
            <a:ext cx="438912" cy="164592"/>
          </a:xfrm>
          <a:prstGeom prst="roundRect">
            <a:avLst/>
          </a:prstGeom>
          <a:solidFill>
            <a:srgbClr val="0E39A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spcBef>
                <a:spcPts val="0"/>
              </a:spcBef>
              <a:spcAft>
                <a:spcPts val="0"/>
              </a:spcAft>
            </a:pPr>
            <a:r>
              <a:rPr sz="630" b="1">
                <a:solidFill>
                  <a:srgbClr val="FFFFFF"/>
                </a:solidFill>
                <a:latin typeface="Montserrat"/>
              </a:rPr>
              <a:t>01</a:t>
            </a:r>
          </a:p>
        </p:txBody>
      </p:sp>
      <p:sp>
        <p:nvSpPr>
          <p:cNvPr id="6" name="Chevron 5"/>
          <p:cNvSpPr/>
          <p:nvPr/>
        </p:nvSpPr>
        <p:spPr>
          <a:xfrm>
            <a:off x="1161288" y="1307592"/>
            <a:ext cx="155448" cy="91440"/>
          </a:xfrm>
          <a:prstGeom prst="chevron">
            <a:avLst/>
          </a:prstGeom>
          <a:solidFill>
            <a:srgbClr val="A0AAB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ounded Rectangle 6"/>
          <p:cNvSpPr/>
          <p:nvPr/>
        </p:nvSpPr>
        <p:spPr>
          <a:xfrm>
            <a:off x="1444752" y="1271016"/>
            <a:ext cx="438912" cy="164592"/>
          </a:xfrm>
          <a:prstGeom prst="roundRect">
            <a:avLst/>
          </a:prstGeom>
          <a:solidFill>
            <a:srgbClr val="0E39A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spcBef>
                <a:spcPts val="0"/>
              </a:spcBef>
              <a:spcAft>
                <a:spcPts val="0"/>
              </a:spcAft>
            </a:pPr>
            <a:r>
              <a:rPr sz="630" b="1">
                <a:solidFill>
                  <a:srgbClr val="FFFFFF"/>
                </a:solidFill>
                <a:latin typeface="Montserrat"/>
              </a:rPr>
              <a:t>02</a:t>
            </a:r>
          </a:p>
        </p:txBody>
      </p:sp>
      <p:sp>
        <p:nvSpPr>
          <p:cNvPr id="8" name="Chevron 7"/>
          <p:cNvSpPr/>
          <p:nvPr/>
        </p:nvSpPr>
        <p:spPr>
          <a:xfrm>
            <a:off x="1947672" y="1307592"/>
            <a:ext cx="155448" cy="91440"/>
          </a:xfrm>
          <a:prstGeom prst="chevron">
            <a:avLst/>
          </a:prstGeom>
          <a:solidFill>
            <a:srgbClr val="A0AAB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Rounded Rectangle 8"/>
          <p:cNvSpPr/>
          <p:nvPr/>
        </p:nvSpPr>
        <p:spPr>
          <a:xfrm>
            <a:off x="2231136" y="1271016"/>
            <a:ext cx="438912" cy="164592"/>
          </a:xfrm>
          <a:prstGeom prst="roundRect">
            <a:avLst/>
          </a:prstGeom>
          <a:solidFill>
            <a:srgbClr val="0E39A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spcBef>
                <a:spcPts val="0"/>
              </a:spcBef>
              <a:spcAft>
                <a:spcPts val="0"/>
              </a:spcAft>
            </a:pPr>
            <a:r>
              <a:rPr sz="630" b="1">
                <a:solidFill>
                  <a:srgbClr val="FFFFFF"/>
                </a:solidFill>
                <a:latin typeface="Montserrat"/>
              </a:rPr>
              <a:t>03</a:t>
            </a:r>
          </a:p>
        </p:txBody>
      </p:sp>
      <p:sp>
        <p:nvSpPr>
          <p:cNvPr id="10" name="Chevron 9"/>
          <p:cNvSpPr/>
          <p:nvPr/>
        </p:nvSpPr>
        <p:spPr>
          <a:xfrm>
            <a:off x="2734056" y="1307592"/>
            <a:ext cx="155448" cy="91440"/>
          </a:xfrm>
          <a:prstGeom prst="chevron">
            <a:avLst/>
          </a:prstGeom>
          <a:solidFill>
            <a:srgbClr val="A0AAB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Rounded Rectangle 10"/>
          <p:cNvSpPr/>
          <p:nvPr/>
        </p:nvSpPr>
        <p:spPr>
          <a:xfrm>
            <a:off x="3017520" y="1271016"/>
            <a:ext cx="438912" cy="164592"/>
          </a:xfrm>
          <a:prstGeom prst="roundRect">
            <a:avLst/>
          </a:prstGeom>
          <a:solidFill>
            <a:srgbClr val="0E39A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spcBef>
                <a:spcPts val="0"/>
              </a:spcBef>
              <a:spcAft>
                <a:spcPts val="0"/>
              </a:spcAft>
            </a:pPr>
            <a:r>
              <a:rPr sz="630" b="1">
                <a:solidFill>
                  <a:srgbClr val="FFFFFF"/>
                </a:solidFill>
                <a:latin typeface="Montserrat"/>
              </a:rPr>
              <a:t>04</a:t>
            </a:r>
          </a:p>
        </p:txBody>
      </p:sp>
      <p:sp>
        <p:nvSpPr>
          <p:cNvPr id="12" name="Chevron 11"/>
          <p:cNvSpPr/>
          <p:nvPr/>
        </p:nvSpPr>
        <p:spPr>
          <a:xfrm>
            <a:off x="3520439" y="1307592"/>
            <a:ext cx="155448" cy="91440"/>
          </a:xfrm>
          <a:prstGeom prst="chevron">
            <a:avLst/>
          </a:prstGeom>
          <a:solidFill>
            <a:srgbClr val="A0AAB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Rounded Rectangle 12"/>
          <p:cNvSpPr/>
          <p:nvPr/>
        </p:nvSpPr>
        <p:spPr>
          <a:xfrm>
            <a:off x="3803904" y="1271016"/>
            <a:ext cx="438912" cy="164592"/>
          </a:xfrm>
          <a:prstGeom prst="roundRect">
            <a:avLst/>
          </a:prstGeom>
          <a:solidFill>
            <a:srgbClr val="0E39A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spcBef>
                <a:spcPts val="0"/>
              </a:spcBef>
              <a:spcAft>
                <a:spcPts val="0"/>
              </a:spcAft>
            </a:pPr>
            <a:r>
              <a:rPr sz="630" b="1">
                <a:solidFill>
                  <a:srgbClr val="FFFFFF"/>
                </a:solidFill>
                <a:latin typeface="Montserrat"/>
              </a:rPr>
              <a:t>05</a:t>
            </a:r>
          </a:p>
        </p:txBody>
      </p:sp>
      <p:sp>
        <p:nvSpPr>
          <p:cNvPr id="14" name="Chevron 13"/>
          <p:cNvSpPr/>
          <p:nvPr/>
        </p:nvSpPr>
        <p:spPr>
          <a:xfrm>
            <a:off x="4306824" y="1307592"/>
            <a:ext cx="155448" cy="91440"/>
          </a:xfrm>
          <a:prstGeom prst="chevron">
            <a:avLst/>
          </a:prstGeom>
          <a:solidFill>
            <a:srgbClr val="A0AAB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Rounded Rectangle 14"/>
          <p:cNvSpPr/>
          <p:nvPr/>
        </p:nvSpPr>
        <p:spPr>
          <a:xfrm>
            <a:off x="4590288" y="1271016"/>
            <a:ext cx="438912" cy="164592"/>
          </a:xfrm>
          <a:prstGeom prst="roundRect">
            <a:avLst/>
          </a:prstGeom>
          <a:solidFill>
            <a:srgbClr val="009CA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spcBef>
                <a:spcPts val="0"/>
              </a:spcBef>
              <a:spcAft>
                <a:spcPts val="0"/>
              </a:spcAft>
            </a:pPr>
            <a:r>
              <a:rPr sz="630" b="1">
                <a:solidFill>
                  <a:srgbClr val="FFFFFF"/>
                </a:solidFill>
                <a:latin typeface="Montserrat"/>
              </a:rPr>
              <a:t>06</a:t>
            </a:r>
          </a:p>
        </p:txBody>
      </p:sp>
      <p:sp>
        <p:nvSpPr>
          <p:cNvPr id="16" name="Chevron 15"/>
          <p:cNvSpPr/>
          <p:nvPr/>
        </p:nvSpPr>
        <p:spPr>
          <a:xfrm>
            <a:off x="5093207" y="1307592"/>
            <a:ext cx="155448" cy="91440"/>
          </a:xfrm>
          <a:prstGeom prst="chevron">
            <a:avLst/>
          </a:prstGeom>
          <a:solidFill>
            <a:srgbClr val="A0AAB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Rounded Rectangle 16"/>
          <p:cNvSpPr/>
          <p:nvPr/>
        </p:nvSpPr>
        <p:spPr>
          <a:xfrm>
            <a:off x="5376672" y="1271016"/>
            <a:ext cx="438912" cy="164592"/>
          </a:xfrm>
          <a:prstGeom prst="roundRect">
            <a:avLst/>
          </a:prstGeom>
          <a:solidFill>
            <a:srgbClr val="009CA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spcBef>
                <a:spcPts val="0"/>
              </a:spcBef>
              <a:spcAft>
                <a:spcPts val="0"/>
              </a:spcAft>
            </a:pPr>
            <a:r>
              <a:rPr sz="630" b="1">
                <a:solidFill>
                  <a:srgbClr val="FFFFFF"/>
                </a:solidFill>
                <a:latin typeface="Montserrat"/>
              </a:rPr>
              <a:t>07</a:t>
            </a:r>
          </a:p>
        </p:txBody>
      </p:sp>
      <p:sp>
        <p:nvSpPr>
          <p:cNvPr id="18" name="Chevron 17"/>
          <p:cNvSpPr/>
          <p:nvPr/>
        </p:nvSpPr>
        <p:spPr>
          <a:xfrm>
            <a:off x="5879592" y="1307592"/>
            <a:ext cx="155448" cy="91440"/>
          </a:xfrm>
          <a:prstGeom prst="chevron">
            <a:avLst/>
          </a:prstGeom>
          <a:solidFill>
            <a:srgbClr val="A0AAB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Rounded Rectangle 18"/>
          <p:cNvSpPr/>
          <p:nvPr/>
        </p:nvSpPr>
        <p:spPr>
          <a:xfrm>
            <a:off x="6163055" y="1271016"/>
            <a:ext cx="438912" cy="164592"/>
          </a:xfrm>
          <a:prstGeom prst="roundRect">
            <a:avLst/>
          </a:prstGeom>
          <a:solidFill>
            <a:srgbClr val="009CA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spcBef>
                <a:spcPts val="0"/>
              </a:spcBef>
              <a:spcAft>
                <a:spcPts val="0"/>
              </a:spcAft>
            </a:pPr>
            <a:r>
              <a:rPr sz="630" b="1">
                <a:solidFill>
                  <a:srgbClr val="FFFFFF"/>
                </a:solidFill>
                <a:latin typeface="Montserrat"/>
              </a:rPr>
              <a:t>08</a:t>
            </a:r>
          </a:p>
        </p:txBody>
      </p:sp>
      <p:sp>
        <p:nvSpPr>
          <p:cNvPr id="20" name="Chevron 19"/>
          <p:cNvSpPr/>
          <p:nvPr/>
        </p:nvSpPr>
        <p:spPr>
          <a:xfrm>
            <a:off x="6665975" y="1307592"/>
            <a:ext cx="155448" cy="91440"/>
          </a:xfrm>
          <a:prstGeom prst="chevron">
            <a:avLst/>
          </a:prstGeom>
          <a:solidFill>
            <a:srgbClr val="A0AAB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Rounded Rectangle 20"/>
          <p:cNvSpPr/>
          <p:nvPr/>
        </p:nvSpPr>
        <p:spPr>
          <a:xfrm>
            <a:off x="6949440" y="1271016"/>
            <a:ext cx="438912" cy="164592"/>
          </a:xfrm>
          <a:prstGeom prst="roundRect">
            <a:avLst/>
          </a:prstGeom>
          <a:solidFill>
            <a:srgbClr val="009CA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spcBef>
                <a:spcPts val="0"/>
              </a:spcBef>
              <a:spcAft>
                <a:spcPts val="0"/>
              </a:spcAft>
            </a:pPr>
            <a:r>
              <a:rPr sz="630" b="1">
                <a:solidFill>
                  <a:srgbClr val="FFFFFF"/>
                </a:solidFill>
                <a:latin typeface="Montserrat"/>
              </a:rPr>
              <a:t>09</a:t>
            </a:r>
          </a:p>
        </p:txBody>
      </p:sp>
      <p:sp>
        <p:nvSpPr>
          <p:cNvPr id="22" name="Chevron 21"/>
          <p:cNvSpPr/>
          <p:nvPr/>
        </p:nvSpPr>
        <p:spPr>
          <a:xfrm>
            <a:off x="7452360" y="1307592"/>
            <a:ext cx="155448" cy="91440"/>
          </a:xfrm>
          <a:prstGeom prst="chevron">
            <a:avLst/>
          </a:prstGeom>
          <a:solidFill>
            <a:srgbClr val="A0AAB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Rounded Rectangle 22"/>
          <p:cNvSpPr/>
          <p:nvPr/>
        </p:nvSpPr>
        <p:spPr>
          <a:xfrm>
            <a:off x="7735824" y="1271016"/>
            <a:ext cx="438912" cy="164592"/>
          </a:xfrm>
          <a:prstGeom prst="roundRect">
            <a:avLst/>
          </a:prstGeom>
          <a:solidFill>
            <a:srgbClr val="009CA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spcBef>
                <a:spcPts val="0"/>
              </a:spcBef>
              <a:spcAft>
                <a:spcPts val="0"/>
              </a:spcAft>
            </a:pPr>
            <a:r>
              <a:rPr sz="630" b="1">
                <a:solidFill>
                  <a:srgbClr val="FFFFFF"/>
                </a:solidFill>
                <a:latin typeface="Montserrat"/>
              </a:rPr>
              <a:t>10</a:t>
            </a:r>
          </a:p>
        </p:txBody>
      </p:sp>
      <p:sp>
        <p:nvSpPr>
          <p:cNvPr id="24" name="Rounded Rectangle 23"/>
          <p:cNvSpPr/>
          <p:nvPr/>
        </p:nvSpPr>
        <p:spPr>
          <a:xfrm>
            <a:off x="566928" y="1444752"/>
            <a:ext cx="3822191" cy="530352"/>
          </a:xfrm>
          <a:prstGeom prst="roundRect">
            <a:avLst/>
          </a:prstGeom>
          <a:solidFill>
            <a:srgbClr val="F2F6FF"/>
          </a:solidFill>
          <a:ln w="11430">
            <a:solidFill>
              <a:srgbClr val="0E39A9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Oval 24"/>
          <p:cNvSpPr/>
          <p:nvPr/>
        </p:nvSpPr>
        <p:spPr>
          <a:xfrm>
            <a:off x="658368" y="1545336"/>
            <a:ext cx="365760" cy="310896"/>
          </a:xfrm>
          <a:prstGeom prst="ellipse">
            <a:avLst/>
          </a:prstGeom>
          <a:solidFill>
            <a:srgbClr val="0E39A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>
            <a:pPr algn="ctr">
              <a:spcBef>
                <a:spcPts val="0"/>
              </a:spcBef>
              <a:spcAft>
                <a:spcPts val="0"/>
              </a:spcAft>
            </a:pPr>
            <a:r>
              <a:rPr sz="640" b="1">
                <a:solidFill>
                  <a:srgbClr val="FFFFFF"/>
                </a:solidFill>
                <a:latin typeface="Montserrat"/>
              </a:rPr>
              <a:t>1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1133856" y="1508760"/>
            <a:ext cx="3090672" cy="411480"/>
          </a:xfrm>
          <a:prstGeom prst="rect">
            <a:avLst/>
          </a:prstGeom>
          <a:noFill/>
        </p:spPr>
        <p:txBody>
          <a:bodyPr wrap="square" lIns="18288" rIns="18288" tIns="9144" bIns="9144">
            <a:spAutoFit/>
          </a:bodyPr>
          <a:lstStyle/>
          <a:p>
            <a:pPr>
              <a:lnSpc>
                <a:spcPct val="95000"/>
              </a:lnSpc>
              <a:spcBef>
                <a:spcPts val="0"/>
              </a:spcBef>
              <a:spcAft>
                <a:spcPts val="0"/>
              </a:spcAft>
            </a:pPr>
            <a:r>
              <a:rPr sz="830">
                <a:solidFill>
                  <a:srgbClr val="000000"/>
                </a:solidFill>
                <a:latin typeface="Montserrat"/>
              </a:rPr>
              <a:t>Backend load — Flask loads FAISS, metadata, and cached embedding model</a:t>
            </a:r>
          </a:p>
        </p:txBody>
      </p:sp>
      <p:sp>
        <p:nvSpPr>
          <p:cNvPr id="27" name="Rounded Rectangle 26"/>
          <p:cNvSpPr/>
          <p:nvPr/>
        </p:nvSpPr>
        <p:spPr>
          <a:xfrm>
            <a:off x="566928" y="2084832"/>
            <a:ext cx="3822191" cy="530352"/>
          </a:xfrm>
          <a:prstGeom prst="roundRect">
            <a:avLst/>
          </a:prstGeom>
          <a:solidFill>
            <a:srgbClr val="F2F6FF"/>
          </a:solidFill>
          <a:ln w="11430">
            <a:solidFill>
              <a:srgbClr val="0E39A9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" name="Oval 27"/>
          <p:cNvSpPr/>
          <p:nvPr/>
        </p:nvSpPr>
        <p:spPr>
          <a:xfrm>
            <a:off x="658368" y="2185416"/>
            <a:ext cx="365760" cy="310896"/>
          </a:xfrm>
          <a:prstGeom prst="ellipse">
            <a:avLst/>
          </a:prstGeom>
          <a:solidFill>
            <a:srgbClr val="0E39A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>
            <a:pPr algn="ctr">
              <a:spcBef>
                <a:spcPts val="0"/>
              </a:spcBef>
              <a:spcAft>
                <a:spcPts val="0"/>
              </a:spcAft>
            </a:pPr>
            <a:r>
              <a:rPr sz="640" b="1">
                <a:solidFill>
                  <a:srgbClr val="FFFFFF"/>
                </a:solidFill>
                <a:latin typeface="Montserrat"/>
              </a:rPr>
              <a:t>2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1133856" y="2148840"/>
            <a:ext cx="3090672" cy="411480"/>
          </a:xfrm>
          <a:prstGeom prst="rect">
            <a:avLst/>
          </a:prstGeom>
          <a:noFill/>
        </p:spPr>
        <p:txBody>
          <a:bodyPr wrap="square" lIns="18288" rIns="18288" tIns="9144" bIns="9144">
            <a:spAutoFit/>
          </a:bodyPr>
          <a:lstStyle/>
          <a:p>
            <a:pPr>
              <a:lnSpc>
                <a:spcPct val="95000"/>
              </a:lnSpc>
              <a:spcBef>
                <a:spcPts val="0"/>
              </a:spcBef>
              <a:spcAft>
                <a:spcPts val="0"/>
              </a:spcAft>
            </a:pPr>
            <a:r>
              <a:rPr sz="830">
                <a:solidFill>
                  <a:srgbClr val="000000"/>
                </a:solidFill>
                <a:latin typeface="Montserrat"/>
              </a:rPr>
              <a:t>API surface — answer, answer-with-chunks, and relevant-chunks endpoints</a:t>
            </a:r>
          </a:p>
        </p:txBody>
      </p:sp>
      <p:sp>
        <p:nvSpPr>
          <p:cNvPr id="30" name="Rounded Rectangle 29"/>
          <p:cNvSpPr/>
          <p:nvPr/>
        </p:nvSpPr>
        <p:spPr>
          <a:xfrm>
            <a:off x="566928" y="2724912"/>
            <a:ext cx="3822191" cy="530352"/>
          </a:xfrm>
          <a:prstGeom prst="roundRect">
            <a:avLst/>
          </a:prstGeom>
          <a:solidFill>
            <a:srgbClr val="F2F6FF"/>
          </a:solidFill>
          <a:ln w="11430">
            <a:solidFill>
              <a:srgbClr val="0E39A9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1" name="Oval 30"/>
          <p:cNvSpPr/>
          <p:nvPr/>
        </p:nvSpPr>
        <p:spPr>
          <a:xfrm>
            <a:off x="658368" y="2825496"/>
            <a:ext cx="365760" cy="310896"/>
          </a:xfrm>
          <a:prstGeom prst="ellipse">
            <a:avLst/>
          </a:prstGeom>
          <a:solidFill>
            <a:srgbClr val="0E39A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>
            <a:pPr algn="ctr">
              <a:spcBef>
                <a:spcPts val="0"/>
              </a:spcBef>
              <a:spcAft>
                <a:spcPts val="0"/>
              </a:spcAft>
            </a:pPr>
            <a:r>
              <a:rPr sz="640" b="1">
                <a:solidFill>
                  <a:srgbClr val="FFFFFF"/>
                </a:solidFill>
                <a:latin typeface="Montserrat"/>
              </a:rPr>
              <a:t>3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1133856" y="2788920"/>
            <a:ext cx="3090672" cy="411480"/>
          </a:xfrm>
          <a:prstGeom prst="rect">
            <a:avLst/>
          </a:prstGeom>
          <a:noFill/>
        </p:spPr>
        <p:txBody>
          <a:bodyPr wrap="square" lIns="18288" rIns="18288" tIns="9144" bIns="9144">
            <a:spAutoFit/>
          </a:bodyPr>
          <a:lstStyle/>
          <a:p>
            <a:pPr>
              <a:lnSpc>
                <a:spcPct val="95000"/>
              </a:lnSpc>
              <a:spcBef>
                <a:spcPts val="0"/>
              </a:spcBef>
              <a:spcAft>
                <a:spcPts val="0"/>
              </a:spcAft>
            </a:pPr>
            <a:r>
              <a:rPr sz="830">
                <a:solidFill>
                  <a:srgbClr val="000000"/>
                </a:solidFill>
                <a:latin typeface="Montserrat"/>
              </a:rPr>
              <a:t>Backend container — Gunicorn on 0.0.0.0:7860; readiness endpoint</a:t>
            </a:r>
          </a:p>
        </p:txBody>
      </p:sp>
      <p:sp>
        <p:nvSpPr>
          <p:cNvPr id="33" name="Rounded Rectangle 32"/>
          <p:cNvSpPr/>
          <p:nvPr/>
        </p:nvSpPr>
        <p:spPr>
          <a:xfrm>
            <a:off x="566928" y="3364991"/>
            <a:ext cx="3822191" cy="530352"/>
          </a:xfrm>
          <a:prstGeom prst="roundRect">
            <a:avLst/>
          </a:prstGeom>
          <a:solidFill>
            <a:srgbClr val="F2F6FF"/>
          </a:solidFill>
          <a:ln w="11430">
            <a:solidFill>
              <a:srgbClr val="0E39A9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4" name="Oval 33"/>
          <p:cNvSpPr/>
          <p:nvPr/>
        </p:nvSpPr>
        <p:spPr>
          <a:xfrm>
            <a:off x="658368" y="3465575"/>
            <a:ext cx="365760" cy="310896"/>
          </a:xfrm>
          <a:prstGeom prst="ellipse">
            <a:avLst/>
          </a:prstGeom>
          <a:solidFill>
            <a:srgbClr val="0E39A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>
            <a:pPr algn="ctr">
              <a:spcBef>
                <a:spcPts val="0"/>
              </a:spcBef>
              <a:spcAft>
                <a:spcPts val="0"/>
              </a:spcAft>
            </a:pPr>
            <a:r>
              <a:rPr sz="640" b="1">
                <a:solidFill>
                  <a:srgbClr val="FFFFFF"/>
                </a:solidFill>
                <a:latin typeface="Montserrat"/>
              </a:rPr>
              <a:t>4</a:t>
            </a:r>
          </a:p>
        </p:txBody>
      </p:sp>
      <p:sp>
        <p:nvSpPr>
          <p:cNvPr id="35" name="TextBox 34"/>
          <p:cNvSpPr txBox="1"/>
          <p:nvPr/>
        </p:nvSpPr>
        <p:spPr>
          <a:xfrm>
            <a:off x="1133856" y="3428999"/>
            <a:ext cx="3090672" cy="411480"/>
          </a:xfrm>
          <a:prstGeom prst="rect">
            <a:avLst/>
          </a:prstGeom>
          <a:noFill/>
        </p:spPr>
        <p:txBody>
          <a:bodyPr wrap="square" lIns="18288" rIns="18288" tIns="9144" bIns="9144">
            <a:spAutoFit/>
          </a:bodyPr>
          <a:lstStyle/>
          <a:p>
            <a:pPr>
              <a:lnSpc>
                <a:spcPct val="95000"/>
              </a:lnSpc>
              <a:spcBef>
                <a:spcPts val="0"/>
              </a:spcBef>
              <a:spcAft>
                <a:spcPts val="0"/>
              </a:spcAft>
            </a:pPr>
            <a:r>
              <a:rPr sz="830">
                <a:solidFill>
                  <a:srgbClr val="000000"/>
                </a:solidFill>
                <a:latin typeface="Montserrat"/>
              </a:rPr>
              <a:t>Frontend app — Streamlit sends query, k, temperature, and token limits</a:t>
            </a:r>
          </a:p>
        </p:txBody>
      </p:sp>
      <p:sp>
        <p:nvSpPr>
          <p:cNvPr id="36" name="Rounded Rectangle 35"/>
          <p:cNvSpPr/>
          <p:nvPr/>
        </p:nvSpPr>
        <p:spPr>
          <a:xfrm>
            <a:off x="566928" y="4005072"/>
            <a:ext cx="3822191" cy="530352"/>
          </a:xfrm>
          <a:prstGeom prst="roundRect">
            <a:avLst/>
          </a:prstGeom>
          <a:solidFill>
            <a:srgbClr val="F2F6FF"/>
          </a:solidFill>
          <a:ln w="11430">
            <a:solidFill>
              <a:srgbClr val="0E39A9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7" name="Oval 36"/>
          <p:cNvSpPr/>
          <p:nvPr/>
        </p:nvSpPr>
        <p:spPr>
          <a:xfrm>
            <a:off x="658368" y="4105656"/>
            <a:ext cx="365760" cy="310896"/>
          </a:xfrm>
          <a:prstGeom prst="ellipse">
            <a:avLst/>
          </a:prstGeom>
          <a:solidFill>
            <a:srgbClr val="0E39A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>
            <a:pPr algn="ctr">
              <a:spcBef>
                <a:spcPts val="0"/>
              </a:spcBef>
              <a:spcAft>
                <a:spcPts val="0"/>
              </a:spcAft>
            </a:pPr>
            <a:r>
              <a:rPr sz="640" b="1">
                <a:solidFill>
                  <a:srgbClr val="FFFFFF"/>
                </a:solidFill>
                <a:latin typeface="Montserrat"/>
              </a:rPr>
              <a:t>5</a:t>
            </a:r>
          </a:p>
        </p:txBody>
      </p:sp>
      <p:sp>
        <p:nvSpPr>
          <p:cNvPr id="38" name="TextBox 37"/>
          <p:cNvSpPr txBox="1"/>
          <p:nvPr/>
        </p:nvSpPr>
        <p:spPr>
          <a:xfrm>
            <a:off x="1133856" y="4069080"/>
            <a:ext cx="3090672" cy="411480"/>
          </a:xfrm>
          <a:prstGeom prst="rect">
            <a:avLst/>
          </a:prstGeom>
          <a:noFill/>
        </p:spPr>
        <p:txBody>
          <a:bodyPr wrap="square" lIns="18288" rIns="18288" tIns="9144" bIns="9144">
            <a:spAutoFit/>
          </a:bodyPr>
          <a:lstStyle/>
          <a:p>
            <a:pPr>
              <a:lnSpc>
                <a:spcPct val="95000"/>
              </a:lnSpc>
              <a:spcBef>
                <a:spcPts val="0"/>
              </a:spcBef>
              <a:spcAft>
                <a:spcPts val="0"/>
              </a:spcAft>
            </a:pPr>
            <a:r>
              <a:rPr sz="830">
                <a:solidFill>
                  <a:srgbClr val="000000"/>
                </a:solidFill>
                <a:latin typeface="Montserrat"/>
              </a:rPr>
              <a:t>Frontend container — Streamlit binds to 0.0.0.0:8501</a:t>
            </a:r>
          </a:p>
        </p:txBody>
      </p:sp>
      <p:sp>
        <p:nvSpPr>
          <p:cNvPr id="39" name="Rounded Rectangle 38"/>
          <p:cNvSpPr/>
          <p:nvPr/>
        </p:nvSpPr>
        <p:spPr>
          <a:xfrm>
            <a:off x="4617720" y="1444752"/>
            <a:ext cx="3822191" cy="530352"/>
          </a:xfrm>
          <a:prstGeom prst="roundRect">
            <a:avLst/>
          </a:prstGeom>
          <a:solidFill>
            <a:srgbClr val="EDF9F7"/>
          </a:solidFill>
          <a:ln w="11430">
            <a:solidFill>
              <a:srgbClr val="009CA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0" name="Oval 39"/>
          <p:cNvSpPr/>
          <p:nvPr/>
        </p:nvSpPr>
        <p:spPr>
          <a:xfrm>
            <a:off x="4709159" y="1545336"/>
            <a:ext cx="365760" cy="310896"/>
          </a:xfrm>
          <a:prstGeom prst="ellipse">
            <a:avLst/>
          </a:prstGeom>
          <a:solidFill>
            <a:srgbClr val="009CA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>
            <a:pPr algn="ctr">
              <a:spcBef>
                <a:spcPts val="0"/>
              </a:spcBef>
              <a:spcAft>
                <a:spcPts val="0"/>
              </a:spcAft>
            </a:pPr>
            <a:r>
              <a:rPr sz="640" b="1">
                <a:solidFill>
                  <a:srgbClr val="FFFFFF"/>
                </a:solidFill>
                <a:latin typeface="Montserrat"/>
              </a:rPr>
              <a:t>6</a:t>
            </a:r>
          </a:p>
        </p:txBody>
      </p:sp>
      <p:sp>
        <p:nvSpPr>
          <p:cNvPr id="41" name="TextBox 40"/>
          <p:cNvSpPr txBox="1"/>
          <p:nvPr/>
        </p:nvSpPr>
        <p:spPr>
          <a:xfrm>
            <a:off x="5184648" y="1508760"/>
            <a:ext cx="3090672" cy="411480"/>
          </a:xfrm>
          <a:prstGeom prst="rect">
            <a:avLst/>
          </a:prstGeom>
          <a:noFill/>
        </p:spPr>
        <p:txBody>
          <a:bodyPr wrap="square" lIns="18288" rIns="18288" tIns="9144" bIns="9144">
            <a:spAutoFit/>
          </a:bodyPr>
          <a:lstStyle/>
          <a:p>
            <a:pPr>
              <a:lnSpc>
                <a:spcPct val="95000"/>
              </a:lnSpc>
              <a:spcBef>
                <a:spcPts val="0"/>
              </a:spcBef>
              <a:spcAft>
                <a:spcPts val="0"/>
              </a:spcAft>
            </a:pPr>
            <a:r>
              <a:rPr sz="830">
                <a:solidFill>
                  <a:srgbClr val="000000"/>
                </a:solidFill>
                <a:latin typeface="Montserrat"/>
              </a:rPr>
              <a:t>Configuration — secrets provide API key, base URL, and BACKEND_URL</a:t>
            </a:r>
          </a:p>
        </p:txBody>
      </p:sp>
      <p:sp>
        <p:nvSpPr>
          <p:cNvPr id="42" name="Rounded Rectangle 41"/>
          <p:cNvSpPr/>
          <p:nvPr/>
        </p:nvSpPr>
        <p:spPr>
          <a:xfrm>
            <a:off x="4617720" y="2084832"/>
            <a:ext cx="3822191" cy="530352"/>
          </a:xfrm>
          <a:prstGeom prst="roundRect">
            <a:avLst/>
          </a:prstGeom>
          <a:solidFill>
            <a:srgbClr val="EDF9F7"/>
          </a:solidFill>
          <a:ln w="11430">
            <a:solidFill>
              <a:srgbClr val="009CA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3" name="Oval 42"/>
          <p:cNvSpPr/>
          <p:nvPr/>
        </p:nvSpPr>
        <p:spPr>
          <a:xfrm>
            <a:off x="4709159" y="2185416"/>
            <a:ext cx="365760" cy="310896"/>
          </a:xfrm>
          <a:prstGeom prst="ellipse">
            <a:avLst/>
          </a:prstGeom>
          <a:solidFill>
            <a:srgbClr val="009CA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>
            <a:pPr algn="ctr">
              <a:spcBef>
                <a:spcPts val="0"/>
              </a:spcBef>
              <a:spcAft>
                <a:spcPts val="0"/>
              </a:spcAft>
            </a:pPr>
            <a:r>
              <a:rPr sz="640" b="1">
                <a:solidFill>
                  <a:srgbClr val="FFFFFF"/>
                </a:solidFill>
                <a:latin typeface="Montserrat"/>
              </a:rPr>
              <a:t>7</a:t>
            </a:r>
          </a:p>
        </p:txBody>
      </p:sp>
      <p:sp>
        <p:nvSpPr>
          <p:cNvPr id="44" name="TextBox 43"/>
          <p:cNvSpPr txBox="1"/>
          <p:nvPr/>
        </p:nvSpPr>
        <p:spPr>
          <a:xfrm>
            <a:off x="5184648" y="2148840"/>
            <a:ext cx="3090672" cy="411480"/>
          </a:xfrm>
          <a:prstGeom prst="rect">
            <a:avLst/>
          </a:prstGeom>
          <a:noFill/>
        </p:spPr>
        <p:txBody>
          <a:bodyPr wrap="square" lIns="18288" rIns="18288" tIns="9144" bIns="9144">
            <a:spAutoFit/>
          </a:bodyPr>
          <a:lstStyle/>
          <a:p>
            <a:pPr>
              <a:lnSpc>
                <a:spcPct val="95000"/>
              </a:lnSpc>
              <a:spcBef>
                <a:spcPts val="0"/>
              </a:spcBef>
              <a:spcAft>
                <a:spcPts val="0"/>
              </a:spcAft>
            </a:pPr>
            <a:r>
              <a:rPr sz="830">
                <a:solidFill>
                  <a:srgbClr val="000000"/>
                </a:solidFill>
                <a:latin typeface="Montserrat"/>
              </a:rPr>
              <a:t>Network — ports are forwarded; users open the public/browser URL</a:t>
            </a:r>
          </a:p>
        </p:txBody>
      </p:sp>
      <p:sp>
        <p:nvSpPr>
          <p:cNvPr id="45" name="Rounded Rectangle 44"/>
          <p:cNvSpPr/>
          <p:nvPr/>
        </p:nvSpPr>
        <p:spPr>
          <a:xfrm>
            <a:off x="4617720" y="2724912"/>
            <a:ext cx="3822191" cy="530352"/>
          </a:xfrm>
          <a:prstGeom prst="roundRect">
            <a:avLst/>
          </a:prstGeom>
          <a:solidFill>
            <a:srgbClr val="EDF9F7"/>
          </a:solidFill>
          <a:ln w="11430">
            <a:solidFill>
              <a:srgbClr val="009CA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6" name="Oval 45"/>
          <p:cNvSpPr/>
          <p:nvPr/>
        </p:nvSpPr>
        <p:spPr>
          <a:xfrm>
            <a:off x="4709159" y="2825496"/>
            <a:ext cx="365760" cy="310896"/>
          </a:xfrm>
          <a:prstGeom prst="ellipse">
            <a:avLst/>
          </a:prstGeom>
          <a:solidFill>
            <a:srgbClr val="009CA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>
            <a:pPr algn="ctr">
              <a:spcBef>
                <a:spcPts val="0"/>
              </a:spcBef>
              <a:spcAft>
                <a:spcPts val="0"/>
              </a:spcAft>
            </a:pPr>
            <a:r>
              <a:rPr sz="640" b="1">
                <a:solidFill>
                  <a:srgbClr val="FFFFFF"/>
                </a:solidFill>
                <a:latin typeface="Montserrat"/>
              </a:rPr>
              <a:t>8</a:t>
            </a:r>
          </a:p>
        </p:txBody>
      </p:sp>
      <p:sp>
        <p:nvSpPr>
          <p:cNvPr id="47" name="TextBox 46"/>
          <p:cNvSpPr txBox="1"/>
          <p:nvPr/>
        </p:nvSpPr>
        <p:spPr>
          <a:xfrm>
            <a:off x="5184648" y="2788920"/>
            <a:ext cx="3090672" cy="411480"/>
          </a:xfrm>
          <a:prstGeom prst="rect">
            <a:avLst/>
          </a:prstGeom>
          <a:noFill/>
        </p:spPr>
        <p:txBody>
          <a:bodyPr wrap="square" lIns="18288" rIns="18288" tIns="9144" bIns="9144">
            <a:spAutoFit/>
          </a:bodyPr>
          <a:lstStyle/>
          <a:p>
            <a:pPr>
              <a:lnSpc>
                <a:spcPct val="95000"/>
              </a:lnSpc>
              <a:spcBef>
                <a:spcPts val="0"/>
              </a:spcBef>
              <a:spcAft>
                <a:spcPts val="0"/>
              </a:spcAft>
            </a:pPr>
            <a:r>
              <a:rPr sz="830">
                <a:solidFill>
                  <a:srgbClr val="000000"/>
                </a:solidFill>
                <a:latin typeface="Montserrat"/>
              </a:rPr>
              <a:t>Smoke test — validate HTTP 200, answers, evidence, and policy values</a:t>
            </a:r>
          </a:p>
        </p:txBody>
      </p:sp>
      <p:sp>
        <p:nvSpPr>
          <p:cNvPr id="48" name="Rounded Rectangle 47"/>
          <p:cNvSpPr/>
          <p:nvPr/>
        </p:nvSpPr>
        <p:spPr>
          <a:xfrm>
            <a:off x="4617720" y="3364991"/>
            <a:ext cx="3822191" cy="530352"/>
          </a:xfrm>
          <a:prstGeom prst="roundRect">
            <a:avLst/>
          </a:prstGeom>
          <a:solidFill>
            <a:srgbClr val="EDF9F7"/>
          </a:solidFill>
          <a:ln w="11430">
            <a:solidFill>
              <a:srgbClr val="009CA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9" name="Oval 48"/>
          <p:cNvSpPr/>
          <p:nvPr/>
        </p:nvSpPr>
        <p:spPr>
          <a:xfrm>
            <a:off x="4709159" y="3465575"/>
            <a:ext cx="365760" cy="310896"/>
          </a:xfrm>
          <a:prstGeom prst="ellipse">
            <a:avLst/>
          </a:prstGeom>
          <a:solidFill>
            <a:srgbClr val="009CA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>
            <a:pPr algn="ctr">
              <a:spcBef>
                <a:spcPts val="0"/>
              </a:spcBef>
              <a:spcAft>
                <a:spcPts val="0"/>
              </a:spcAft>
            </a:pPr>
            <a:r>
              <a:rPr sz="640" b="1">
                <a:solidFill>
                  <a:srgbClr val="FFFFFF"/>
                </a:solidFill>
                <a:latin typeface="Montserrat"/>
              </a:rPr>
              <a:t>9</a:t>
            </a:r>
          </a:p>
        </p:txBody>
      </p:sp>
      <p:sp>
        <p:nvSpPr>
          <p:cNvPr id="50" name="TextBox 49"/>
          <p:cNvSpPr txBox="1"/>
          <p:nvPr/>
        </p:nvSpPr>
        <p:spPr>
          <a:xfrm>
            <a:off x="5184648" y="3428999"/>
            <a:ext cx="3090672" cy="411480"/>
          </a:xfrm>
          <a:prstGeom prst="rect">
            <a:avLst/>
          </a:prstGeom>
          <a:noFill/>
        </p:spPr>
        <p:txBody>
          <a:bodyPr wrap="square" lIns="18288" rIns="18288" tIns="9144" bIns="9144">
            <a:spAutoFit/>
          </a:bodyPr>
          <a:lstStyle/>
          <a:p>
            <a:pPr>
              <a:lnSpc>
                <a:spcPct val="95000"/>
              </a:lnSpc>
              <a:spcBef>
                <a:spcPts val="0"/>
              </a:spcBef>
              <a:spcAft>
                <a:spcPts val="0"/>
              </a:spcAft>
            </a:pPr>
            <a:r>
              <a:rPr sz="830">
                <a:solidFill>
                  <a:srgbClr val="000000"/>
                </a:solidFill>
                <a:latin typeface="Montserrat"/>
              </a:rPr>
              <a:t>Monitor — track pass rate, precision, latency, escalation, evidence clicks</a:t>
            </a:r>
          </a:p>
        </p:txBody>
      </p:sp>
      <p:sp>
        <p:nvSpPr>
          <p:cNvPr id="51" name="Rounded Rectangle 50"/>
          <p:cNvSpPr/>
          <p:nvPr/>
        </p:nvSpPr>
        <p:spPr>
          <a:xfrm>
            <a:off x="4617720" y="4005072"/>
            <a:ext cx="3822191" cy="530352"/>
          </a:xfrm>
          <a:prstGeom prst="roundRect">
            <a:avLst/>
          </a:prstGeom>
          <a:solidFill>
            <a:srgbClr val="EDF9F7"/>
          </a:solidFill>
          <a:ln w="11430">
            <a:solidFill>
              <a:srgbClr val="009CA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2" name="Oval 51"/>
          <p:cNvSpPr/>
          <p:nvPr/>
        </p:nvSpPr>
        <p:spPr>
          <a:xfrm>
            <a:off x="4709159" y="4105656"/>
            <a:ext cx="365760" cy="310896"/>
          </a:xfrm>
          <a:prstGeom prst="ellipse">
            <a:avLst/>
          </a:prstGeom>
          <a:solidFill>
            <a:srgbClr val="009CA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>
            <a:pPr algn="ctr">
              <a:spcBef>
                <a:spcPts val="0"/>
              </a:spcBef>
              <a:spcAft>
                <a:spcPts val="0"/>
              </a:spcAft>
            </a:pPr>
            <a:r>
              <a:rPr sz="640" b="1">
                <a:solidFill>
                  <a:srgbClr val="FFFFFF"/>
                </a:solidFill>
                <a:latin typeface="Montserrat"/>
              </a:rPr>
              <a:t>10</a:t>
            </a:r>
          </a:p>
        </p:txBody>
      </p:sp>
      <p:sp>
        <p:nvSpPr>
          <p:cNvPr id="53" name="TextBox 52"/>
          <p:cNvSpPr txBox="1"/>
          <p:nvPr/>
        </p:nvSpPr>
        <p:spPr>
          <a:xfrm>
            <a:off x="5184648" y="4069080"/>
            <a:ext cx="3090672" cy="411480"/>
          </a:xfrm>
          <a:prstGeom prst="rect">
            <a:avLst/>
          </a:prstGeom>
          <a:noFill/>
        </p:spPr>
        <p:txBody>
          <a:bodyPr wrap="square" lIns="18288" rIns="18288" tIns="9144" bIns="9144">
            <a:spAutoFit/>
          </a:bodyPr>
          <a:lstStyle/>
          <a:p>
            <a:pPr>
              <a:lnSpc>
                <a:spcPct val="95000"/>
              </a:lnSpc>
              <a:spcBef>
                <a:spcPts val="0"/>
              </a:spcBef>
              <a:spcAft>
                <a:spcPts val="0"/>
              </a:spcAft>
            </a:pPr>
            <a:r>
              <a:rPr sz="830">
                <a:solidFill>
                  <a:srgbClr val="000000"/>
                </a:solidFill>
                <a:latin typeface="Montserrat"/>
              </a:rPr>
              <a:t>Handoff — retain logs/artifacts and the operational runbook</a:t>
            </a:r>
          </a:p>
        </p:txBody>
      </p:sp>
      <p:sp>
        <p:nvSpPr>
          <p:cNvPr id="54" name="TextBox 53"/>
          <p:cNvSpPr txBox="1"/>
          <p:nvPr/>
        </p:nvSpPr>
        <p:spPr>
          <a:xfrm>
            <a:off x="566928" y="4754880"/>
            <a:ext cx="8046720" cy="164592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>
              <a:spcBef>
                <a:spcPts val="0"/>
              </a:spcBef>
              <a:spcAft>
                <a:spcPts val="0"/>
              </a:spcAft>
            </a:pPr>
            <a:r>
              <a:rPr sz="720" i="1">
                <a:solidFill>
                  <a:srgbClr val="5F5F5F"/>
                </a:solidFill>
                <a:latin typeface="Montserrat"/>
              </a:rPr>
              <a:t>Aurora Stays RAG | Appendix workflow | source → evidence → grounded answer → monitored service</a:t>
            </a:r>
          </a:p>
        </p:txBody>
      </p:sp>
      <p:sp>
        <p:nvSpPr>
          <p:cNvPr id="55" name="Rounded Rectangle 54"/>
          <p:cNvSpPr/>
          <p:nvPr/>
        </p:nvSpPr>
        <p:spPr>
          <a:xfrm>
            <a:off x="6876288" y="219456"/>
            <a:ext cx="841248" cy="219456"/>
          </a:xfrm>
          <a:prstGeom prst="roundRect">
            <a:avLst/>
          </a:prstGeom>
          <a:solidFill>
            <a:srgbClr val="009CA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>
            <a:pPr algn="ctr">
              <a:spcBef>
                <a:spcPts val="0"/>
              </a:spcBef>
              <a:spcAft>
                <a:spcPts val="0"/>
              </a:spcAft>
            </a:pPr>
            <a:r>
              <a:rPr sz="620" b="1">
                <a:solidFill>
                  <a:srgbClr val="FFFFFF"/>
                </a:solidFill>
                <a:latin typeface="Montserrat"/>
              </a:rPr>
              <a:t>APPENDIX</a:t>
            </a:r>
          </a:p>
        </p:txBody>
      </p:sp>
      <p:sp>
        <p:nvSpPr>
          <p:cNvPr id="56" name="TextBox 55"/>
          <p:cNvSpPr txBox="1"/>
          <p:nvPr/>
        </p:nvSpPr>
        <p:spPr>
          <a:xfrm>
            <a:off x="8339327" y="4818888"/>
            <a:ext cx="384048" cy="146304"/>
          </a:xfrm>
          <a:prstGeom prst="rect">
            <a:avLst/>
          </a:prstGeom>
          <a:noFill/>
        </p:spPr>
        <p:txBody>
          <a:bodyPr wrap="none" lIns="0" rIns="0">
            <a:spAutoFit/>
          </a:bodyPr>
          <a:lstStyle/>
          <a:p>
            <a:pPr algn="r">
              <a:spcBef>
                <a:spcPts val="0"/>
              </a:spcBef>
              <a:spcAft>
                <a:spcPts val="0"/>
              </a:spcAft>
            </a:pPr>
            <a:r>
              <a:rPr sz="720" b="1">
                <a:solidFill>
                  <a:srgbClr val="646973"/>
                </a:solidFill>
                <a:latin typeface="Montserrat"/>
              </a:rPr>
              <a:t>38</a:t>
            </a:r>
          </a:p>
        </p:txBody>
      </p:sp>
    </p:spTree>
  </p:cSld>
  <p:clrMapOvr>
    <a:masterClrMapping/>
  </p:clrMapOvr>
</p:sld>
</file>

<file path=ppt/slides/slide3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/>
        </p:txBody>
      </p:sp>
      <p:sp>
        <p:nvSpPr>
          <p:cNvPr id="3" name="TextBox 2"/>
          <p:cNvSpPr txBox="1"/>
          <p:nvPr/>
        </p:nvSpPr>
        <p:spPr>
          <a:xfrm>
            <a:off x="502920" y="228600"/>
            <a:ext cx="8046720" cy="384048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spcBef>
                <a:spcPts val="0"/>
              </a:spcBef>
              <a:spcAft>
                <a:spcPts val="0"/>
              </a:spcAft>
            </a:pPr>
            <a:r>
              <a:rPr sz="2200" b="1">
                <a:solidFill>
                  <a:srgbClr val="0E39A9"/>
                </a:solidFill>
                <a:latin typeface="Montserrat"/>
              </a:rPr>
              <a:t>Rubric Evidence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21792" y="1024128"/>
            <a:ext cx="7818120" cy="256032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spcBef>
                <a:spcPts val="0"/>
              </a:spcBef>
              <a:spcAft>
                <a:spcPts val="0"/>
              </a:spcAft>
            </a:pPr>
            <a:r>
              <a:rPr sz="1050">
                <a:solidFill>
                  <a:srgbClr val="555555"/>
                </a:solidFill>
                <a:latin typeface="Montserrat"/>
              </a:rPr>
              <a:t>Project Evaluation Rubric areas → implementation evidence → verified artifact or outcome</a:t>
            </a:r>
          </a:p>
        </p:txBody>
      </p:sp>
      <p:graphicFrame>
        <p:nvGraphicFramePr>
          <p:cNvPr id="5" name="Table 4"/>
          <p:cNvGraphicFramePr>
            <a:graphicFrameLocks noGrp="1"/>
          </p:cNvGraphicFramePr>
          <p:nvPr/>
        </p:nvGraphicFramePr>
        <p:xfrm>
          <a:off x="475488" y="1417320"/>
          <a:ext cx="8193024" cy="3456432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298448"/>
                <a:gridCol w="621792"/>
                <a:gridCol w="3035808"/>
                <a:gridCol w="3236976"/>
              </a:tblGrid>
              <a:tr h="432054">
                <a:tc>
                  <a:txBody>
                    <a:bodyPr/>
                    <a:lstStyle/>
                    <a:p>
                      <a:pPr algn="l">
                        <a:lnSpc>
                          <a:spcPct val="9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800" b="1">
                          <a:solidFill>
                            <a:srgbClr val="FFFFFF"/>
                          </a:solidFill>
                          <a:latin typeface="Montserrat"/>
                        </a:rPr>
                        <a:t>Rubric area</a:t>
                      </a:r>
                    </a:p>
                  </a:txBody>
                  <a:tcPr marL="45720" marR="45720" marT="18288" marB="18288">
                    <a:solidFill>
                      <a:srgbClr val="0E39A9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lnSpc>
                          <a:spcPct val="9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800" b="1">
                          <a:solidFill>
                            <a:srgbClr val="FFFFFF"/>
                          </a:solidFill>
                          <a:latin typeface="Montserrat"/>
                        </a:rPr>
                        <a:t>Slide(s)</a:t>
                      </a:r>
                    </a:p>
                  </a:txBody>
                  <a:tcPr marL="45720" marR="45720" marT="18288" marB="18288">
                    <a:solidFill>
                      <a:srgbClr val="0E39A9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lnSpc>
                          <a:spcPct val="9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800" b="1">
                          <a:solidFill>
                            <a:srgbClr val="FFFFFF"/>
                          </a:solidFill>
                          <a:latin typeface="Montserrat"/>
                        </a:rPr>
                        <a:t>Implementation evidence</a:t>
                      </a:r>
                    </a:p>
                  </a:txBody>
                  <a:tcPr marL="45720" marR="45720" marT="18288" marB="18288">
                    <a:solidFill>
                      <a:srgbClr val="0E39A9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lnSpc>
                          <a:spcPct val="9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800" b="1">
                          <a:solidFill>
                            <a:srgbClr val="FFFFFF"/>
                          </a:solidFill>
                          <a:latin typeface="Montserrat"/>
                        </a:rPr>
                        <a:t>Artifact / outcome</a:t>
                      </a:r>
                    </a:p>
                  </a:txBody>
                  <a:tcPr marL="45720" marR="45720" marT="18288" marB="18288">
                    <a:solidFill>
                      <a:srgbClr val="0E39A9"/>
                    </a:solidFill>
                  </a:tcPr>
                </a:tc>
              </a:tr>
              <a:tr h="432054">
                <a:tc>
                  <a:txBody>
                    <a:bodyPr/>
                    <a:lstStyle/>
                    <a:p>
                      <a:pPr algn="l">
                        <a:lnSpc>
                          <a:spcPct val="9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735" b="1">
                          <a:solidFill>
                            <a:srgbClr val="000000"/>
                          </a:solidFill>
                          <a:latin typeface="Montserrat"/>
                        </a:rPr>
                        <a:t>Data understanding</a:t>
                      </a:r>
                    </a:p>
                  </a:txBody>
                  <a:tcPr marL="45720" marR="45720" marT="18288" marB="18288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lnSpc>
                          <a:spcPct val="9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735" b="0">
                          <a:solidFill>
                            <a:srgbClr val="000000"/>
                          </a:solidFill>
                          <a:latin typeface="Montserrat"/>
                        </a:rPr>
                        <a:t>5–6</a:t>
                      </a:r>
                    </a:p>
                  </a:txBody>
                  <a:tcPr marL="45720" marR="45720" marT="18288" marB="18288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lnSpc>
                          <a:spcPct val="9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735" b="0">
                          <a:solidFill>
                            <a:srgbClr val="000000"/>
                          </a:solidFill>
                          <a:latin typeface="Montserrat"/>
                        </a:rPr>
                        <a:t>Four policy PDFs converted to structured Markdown; headings and tables preserved.</a:t>
                      </a:r>
                    </a:p>
                  </a:txBody>
                  <a:tcPr marL="45720" marR="45720" marT="18288" marB="18288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lnSpc>
                          <a:spcPct val="9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735" b="0">
                          <a:solidFill>
                            <a:srgbClr val="000000"/>
                          </a:solidFill>
                          <a:latin typeface="Montserrat"/>
                        </a:rPr>
                        <a:t>Markdown/table evidence slide; source files retained.</a:t>
                      </a:r>
                    </a:p>
                  </a:txBody>
                  <a:tcPr marL="45720" marR="45720" marT="18288" marB="18288">
                    <a:solidFill>
                      <a:srgbClr val="FFFFFF"/>
                    </a:solidFill>
                  </a:tcPr>
                </a:tc>
              </a:tr>
              <a:tr h="432054">
                <a:tc>
                  <a:txBody>
                    <a:bodyPr/>
                    <a:lstStyle/>
                    <a:p>
                      <a:pPr algn="l">
                        <a:lnSpc>
                          <a:spcPct val="9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735" b="1">
                          <a:solidFill>
                            <a:srgbClr val="000000"/>
                          </a:solidFill>
                          <a:latin typeface="Montserrat"/>
                        </a:rPr>
                        <a:t>Retrieval Augmented Generation System</a:t>
                      </a:r>
                    </a:p>
                  </a:txBody>
                  <a:tcPr marL="45720" marR="45720" marT="18288" marB="18288">
                    <a:solidFill>
                      <a:srgbClr val="F2F6FF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lnSpc>
                          <a:spcPct val="9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735" b="0">
                          <a:solidFill>
                            <a:srgbClr val="000000"/>
                          </a:solidFill>
                          <a:latin typeface="Montserrat"/>
                        </a:rPr>
                        <a:t>7–14</a:t>
                      </a:r>
                    </a:p>
                  </a:txBody>
                  <a:tcPr marL="45720" marR="45720" marT="18288" marB="18288">
                    <a:solidFill>
                      <a:srgbClr val="F2F6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735" b="0">
                          <a:latin typeface="Montserrat"/>
                        </a:rPr>
                        <a:t>Token-safe 120/16 chunks, metadata, FAISS, MMR, routing, reranking, and grounded generation.</a:t>
                      </a:r>
                    </a:p>
                  </a:txBody>
                  <a:tcPr marL="45720" marR="45720" marT="18288" marB="18288">
                    <a:solidFill>
                      <a:srgbClr val="F2F6FF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lnSpc>
                          <a:spcPct val="9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735" b="0">
                          <a:solidFill>
                            <a:srgbClr val="000000"/>
                          </a:solidFill>
                          <a:latin typeface="Montserrat"/>
                        </a:rPr>
                        <a:t>Backend retrieval module, indexed artifacts, and evidence-backed responses.</a:t>
                      </a:r>
                    </a:p>
                  </a:txBody>
                  <a:tcPr marL="45720" marR="45720" marT="18288" marB="18288">
                    <a:solidFill>
                      <a:srgbClr val="F2F6FF"/>
                    </a:solidFill>
                  </a:tcPr>
                </a:tc>
              </a:tr>
              <a:tr h="432054">
                <a:tc>
                  <a:txBody>
                    <a:bodyPr/>
                    <a:lstStyle/>
                    <a:p>
                      <a:pPr algn="l">
                        <a:lnSpc>
                          <a:spcPct val="9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735" b="1">
                          <a:solidFill>
                            <a:srgbClr val="000000"/>
                          </a:solidFill>
                          <a:latin typeface="Montserrat"/>
                        </a:rPr>
                        <a:t>Evaluation</a:t>
                      </a:r>
                    </a:p>
                  </a:txBody>
                  <a:tcPr marL="45720" marR="45720" marT="18288" marB="18288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lnSpc>
                          <a:spcPct val="9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735" b="0">
                          <a:solidFill>
                            <a:srgbClr val="000000"/>
                          </a:solidFill>
                          <a:latin typeface="Montserrat"/>
                        </a:rPr>
                        <a:t>15–20</a:t>
                      </a:r>
                    </a:p>
                  </a:txBody>
                  <a:tcPr marL="45720" marR="45720" marT="18288" marB="18288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lnSpc>
                          <a:spcPct val="9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735" b="0">
                          <a:solidFill>
                            <a:srgbClr val="000000"/>
                          </a:solidFill>
                          <a:latin typeface="Montserrat"/>
                        </a:rPr>
                        <a:t>Four DeepEval gates with explicit thresholds; initial 7/10 baseline retained for comparison.</a:t>
                      </a:r>
                    </a:p>
                  </a:txBody>
                  <a:tcPr marL="45720" marR="45720" marT="18288" marB="18288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735" b="0">
                          <a:latin typeface="Montserrat"/>
                        </a:rPr>
                        <a:t>Final selected run: 7/10 passed; composite .867.</a:t>
                      </a:r>
                    </a:p>
                  </a:txBody>
                  <a:tcPr marL="45720" marR="45720" marT="18288" marB="18288">
                    <a:solidFill>
                      <a:srgbClr val="FFFFFF"/>
                    </a:solidFill>
                  </a:tcPr>
                </a:tc>
              </a:tr>
              <a:tr h="432054">
                <a:tc>
                  <a:txBody>
                    <a:bodyPr/>
                    <a:lstStyle/>
                    <a:p>
                      <a:pPr algn="l">
                        <a:lnSpc>
                          <a:spcPct val="9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735" b="1">
                          <a:solidFill>
                            <a:srgbClr val="000000"/>
                          </a:solidFill>
                          <a:latin typeface="Montserrat"/>
                        </a:rPr>
                        <a:t>Deployment - Backend</a:t>
                      </a:r>
                    </a:p>
                  </a:txBody>
                  <a:tcPr marL="45720" marR="45720" marT="18288" marB="18288">
                    <a:solidFill>
                      <a:srgbClr val="F2F6FF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lnSpc>
                          <a:spcPct val="9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735" b="0">
                          <a:solidFill>
                            <a:srgbClr val="000000"/>
                          </a:solidFill>
                          <a:latin typeface="Montserrat"/>
                        </a:rPr>
                        <a:t>21–24</a:t>
                      </a:r>
                    </a:p>
                  </a:txBody>
                  <a:tcPr marL="45720" marR="45720" marT="18288" marB="18288">
                    <a:solidFill>
                      <a:srgbClr val="F2F6FF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lnSpc>
                          <a:spcPct val="9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735" b="0">
                          <a:solidFill>
                            <a:srgbClr val="000000"/>
                          </a:solidFill>
                          <a:latin typeface="Montserrat"/>
                        </a:rPr>
                        <a:t>Flask API, FAISS/model loading, pinned dependencies, Docker, and Gunicorn readiness service.</a:t>
                      </a:r>
                    </a:p>
                  </a:txBody>
                  <a:tcPr marL="45720" marR="45720" marT="18288" marB="18288">
                    <a:solidFill>
                      <a:srgbClr val="F2F6FF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lnSpc>
                          <a:spcPct val="9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735" b="0">
                          <a:solidFill>
                            <a:srgbClr val="000000"/>
                          </a:solidFill>
                          <a:latin typeface="Montserrat"/>
                        </a:rPr>
                        <a:t>HTTP 200 readiness and answer/evidence endpoints.</a:t>
                      </a:r>
                    </a:p>
                  </a:txBody>
                  <a:tcPr marL="45720" marR="45720" marT="18288" marB="18288">
                    <a:solidFill>
                      <a:srgbClr val="F2F6FF"/>
                    </a:solidFill>
                  </a:tcPr>
                </a:tc>
              </a:tr>
              <a:tr h="432054">
                <a:tc>
                  <a:txBody>
                    <a:bodyPr/>
                    <a:lstStyle/>
                    <a:p>
                      <a:pPr algn="l">
                        <a:lnSpc>
                          <a:spcPct val="9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735" b="1">
                          <a:solidFill>
                            <a:srgbClr val="000000"/>
                          </a:solidFill>
                          <a:latin typeface="Montserrat"/>
                        </a:rPr>
                        <a:t>Deployment - Frontend</a:t>
                      </a:r>
                    </a:p>
                  </a:txBody>
                  <a:tcPr marL="45720" marR="45720" marT="18288" marB="18288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lnSpc>
                          <a:spcPct val="9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735" b="0">
                          <a:solidFill>
                            <a:srgbClr val="000000"/>
                          </a:solidFill>
                          <a:latin typeface="Montserrat"/>
                        </a:rPr>
                        <a:t>25–26</a:t>
                      </a:r>
                    </a:p>
                  </a:txBody>
                  <a:tcPr marL="45720" marR="45720" marT="18288" marB="18288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lnSpc>
                          <a:spcPct val="9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735" b="0">
                          <a:solidFill>
                            <a:srgbClr val="000000"/>
                          </a:solidFill>
                          <a:latin typeface="Montserrat"/>
                        </a:rPr>
                        <a:t>Streamlit UI, parameter controls, answer/evidence display, and frontend container binding.</a:t>
                      </a:r>
                    </a:p>
                  </a:txBody>
                  <a:tcPr marL="45720" marR="45720" marT="18288" marB="18288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lnSpc>
                          <a:spcPct val="9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735" b="0">
                          <a:solidFill>
                            <a:srgbClr val="000000"/>
                          </a:solidFill>
                          <a:latin typeface="Montserrat"/>
                        </a:rPr>
                        <a:t>Browser-facing application on the forwarded Streamlit port.</a:t>
                      </a:r>
                    </a:p>
                  </a:txBody>
                  <a:tcPr marL="45720" marR="45720" marT="18288" marB="18288">
                    <a:solidFill>
                      <a:srgbClr val="FFFFFF"/>
                    </a:solidFill>
                  </a:tcPr>
                </a:tc>
              </a:tr>
              <a:tr h="432054">
                <a:tc>
                  <a:txBody>
                    <a:bodyPr/>
                    <a:lstStyle/>
                    <a:p>
                      <a:pPr algn="l">
                        <a:lnSpc>
                          <a:spcPct val="9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735" b="1">
                          <a:solidFill>
                            <a:srgbClr val="000000"/>
                          </a:solidFill>
                          <a:latin typeface="Montserrat"/>
                        </a:rPr>
                        <a:t>Deployment - Inference</a:t>
                      </a:r>
                    </a:p>
                  </a:txBody>
                  <a:tcPr marL="45720" marR="45720" marT="18288" marB="18288">
                    <a:solidFill>
                      <a:srgbClr val="F2F6FF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lnSpc>
                          <a:spcPct val="9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735" b="0">
                          <a:solidFill>
                            <a:srgbClr val="000000"/>
                          </a:solidFill>
                          <a:latin typeface="Montserrat"/>
                        </a:rPr>
                        <a:t>28–32</a:t>
                      </a:r>
                    </a:p>
                  </a:txBody>
                  <a:tcPr marL="45720" marR="45720" marT="18288" marB="18288">
                    <a:solidFill>
                      <a:srgbClr val="F2F6FF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lnSpc>
                          <a:spcPct val="9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735" b="0">
                          <a:solidFill>
                            <a:srgbClr val="000000"/>
                          </a:solidFill>
                          <a:latin typeface="Montserrat"/>
                        </a:rPr>
                        <a:t>Forwarded URL configuration, relevant-chunks and answer-with-chunks requests, and smoke tests.</a:t>
                      </a:r>
                    </a:p>
                  </a:txBody>
                  <a:tcPr marL="45720" marR="45720" marT="18288" marB="18288">
                    <a:solidFill>
                      <a:srgbClr val="F2F6FF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lnSpc>
                          <a:spcPct val="9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735" b="0">
                          <a:solidFill>
                            <a:srgbClr val="000000"/>
                          </a:solidFill>
                          <a:latin typeface="Montserrat"/>
                        </a:rPr>
                        <a:t>HTTP 200 inference checks with policy values and evidence returned.</a:t>
                      </a:r>
                    </a:p>
                  </a:txBody>
                  <a:tcPr marL="45720" marR="45720" marT="18288" marB="18288">
                    <a:solidFill>
                      <a:srgbClr val="F2F6FF"/>
                    </a:solidFill>
                  </a:tcPr>
                </a:tc>
              </a:tr>
              <a:tr h="432054">
                <a:tc>
                  <a:txBody>
                    <a:bodyPr/>
                    <a:lstStyle/>
                    <a:p>
                      <a:pPr algn="l">
                        <a:lnSpc>
                          <a:spcPct val="9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735" b="1">
                          <a:solidFill>
                            <a:srgbClr val="000000"/>
                          </a:solidFill>
                          <a:latin typeface="Montserrat"/>
                        </a:rPr>
                        <a:t>Actionable Insights and Recommendations</a:t>
                      </a:r>
                    </a:p>
                  </a:txBody>
                  <a:tcPr marL="45720" marR="45720" marT="18288" marB="18288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lnSpc>
                          <a:spcPct val="9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735" b="0">
                          <a:solidFill>
                            <a:srgbClr val="000000"/>
                          </a:solidFill>
                          <a:latin typeface="Montserrat"/>
                        </a:rPr>
                        <a:t>33–34</a:t>
                      </a:r>
                    </a:p>
                  </a:txBody>
                  <a:tcPr marL="45720" marR="45720" marT="18288" marB="18288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lnSpc>
                          <a:spcPct val="9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735" b="0">
                          <a:solidFill>
                            <a:srgbClr val="000000"/>
                          </a:solidFill>
                          <a:latin typeface="Montserrat"/>
                        </a:rPr>
                        <a:t>Business implications, pilot controls, monitoring measures, and next-step recommendations.</a:t>
                      </a:r>
                    </a:p>
                  </a:txBody>
                  <a:tcPr marL="45720" marR="45720" marT="18288" marB="18288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lnSpc>
                          <a:spcPct val="9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735" b="0">
                          <a:solidFill>
                            <a:srgbClr val="000000"/>
                          </a:solidFill>
                          <a:latin typeface="Montserrat"/>
                        </a:rPr>
                        <a:t>Controlled-pilot recommendation with quality and operating measures.</a:t>
                      </a:r>
                    </a:p>
                  </a:txBody>
                  <a:tcPr marL="45720" marR="45720" marT="18288" marB="18288"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6" name="TextBox 5"/>
          <p:cNvSpPr txBox="1"/>
          <p:nvPr/>
        </p:nvSpPr>
        <p:spPr>
          <a:xfrm>
            <a:off x="594360" y="4901184"/>
            <a:ext cx="7955279" cy="18288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>
              <a:spcBef>
                <a:spcPts val="0"/>
              </a:spcBef>
              <a:spcAft>
                <a:spcPts val="0"/>
              </a:spcAft>
            </a:pPr>
          </a:p>
        </p:txBody>
      </p:sp>
      <p:sp>
        <p:nvSpPr>
          <p:cNvPr id="7" name="Rounded Rectangle 6"/>
          <p:cNvSpPr/>
          <p:nvPr/>
        </p:nvSpPr>
        <p:spPr>
          <a:xfrm>
            <a:off x="6876288" y="219456"/>
            <a:ext cx="841248" cy="219456"/>
          </a:xfrm>
          <a:prstGeom prst="roundRect">
            <a:avLst/>
          </a:prstGeom>
          <a:solidFill>
            <a:srgbClr val="009CA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>
            <a:pPr algn="ctr">
              <a:spcBef>
                <a:spcPts val="0"/>
              </a:spcBef>
              <a:spcAft>
                <a:spcPts val="0"/>
              </a:spcAft>
            </a:pPr>
            <a:r>
              <a:rPr sz="620" b="1">
                <a:solidFill>
                  <a:srgbClr val="FFFFFF"/>
                </a:solidFill>
                <a:latin typeface="Montserrat"/>
              </a:rPr>
              <a:t>APPENDIX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8339327" y="4818888"/>
            <a:ext cx="384048" cy="146304"/>
          </a:xfrm>
          <a:prstGeom prst="rect">
            <a:avLst/>
          </a:prstGeom>
          <a:noFill/>
        </p:spPr>
        <p:txBody>
          <a:bodyPr wrap="none" lIns="0" rIns="0">
            <a:spAutoFit/>
          </a:bodyPr>
          <a:lstStyle/>
          <a:p>
            <a:pPr algn="r">
              <a:spcBef>
                <a:spcPts val="0"/>
              </a:spcBef>
              <a:spcAft>
                <a:spcPts val="0"/>
              </a:spcAft>
            </a:pPr>
            <a:r>
              <a:rPr sz="720" b="1">
                <a:solidFill>
                  <a:srgbClr val="646973"/>
                </a:solidFill>
                <a:latin typeface="Montserrat"/>
              </a:rPr>
              <a:t>39</a:t>
            </a:r>
          </a:p>
        </p:txBody>
      </p:sp>
    </p:spTree>
  </p:cSld>
  <p:clrMapOvr>
    <a:masterClrMapping/>
  </p:clrMapOvr>
</p:sld>
</file>

<file path=ppt/slides/slide4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38912" y="182880"/>
            <a:ext cx="6217920" cy="347472"/>
          </a:xfrm>
          <a:prstGeom prst="rect">
            <a:avLst/>
          </a:prstGeom>
          <a:noFill/>
        </p:spPr>
        <p:txBody>
          <a:bodyPr wrap="square" lIns="36576" rIns="36576" tIns="18288" bIns="18288">
            <a:spAutoFit/>
          </a:bodyPr>
          <a:lstStyle/>
          <a:p>
            <a:pPr algn="l"/>
            <a:r>
              <a:rPr sz="2100" b="1">
                <a:solidFill>
                  <a:srgbClr val="0E39A9"/>
                </a:solidFill>
                <a:latin typeface="Aptos"/>
              </a:rPr>
              <a:t>Failed Case Analysis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438912" y="640080"/>
            <a:ext cx="8229600" cy="256032"/>
          </a:xfrm>
          <a:prstGeom prst="rect">
            <a:avLst/>
          </a:prstGeom>
          <a:noFill/>
        </p:spPr>
        <p:txBody>
          <a:bodyPr wrap="square" lIns="36576" rIns="36576" tIns="18288" bIns="18288">
            <a:spAutoFit/>
          </a:bodyPr>
          <a:lstStyle/>
          <a:p>
            <a:pPr algn="l"/>
            <a:r>
              <a:rPr sz="950" b="0">
                <a:solidFill>
                  <a:srgbClr val="566275"/>
                </a:solidFill>
                <a:latin typeface="Aptos"/>
              </a:rPr>
              <a:t>120/16 token-safe held-out run | 7/10 passed | failures are retrieval-focused</a:t>
            </a:r>
          </a:p>
        </p:txBody>
      </p:sp>
      <p:sp>
        <p:nvSpPr>
          <p:cNvPr id="4" name="Rounded Rectangle 3"/>
          <p:cNvSpPr/>
          <p:nvPr/>
        </p:nvSpPr>
        <p:spPr>
          <a:xfrm>
            <a:off x="320040" y="1170432"/>
            <a:ext cx="2670048" cy="3246120"/>
          </a:xfrm>
          <a:prstGeom prst="roundRect">
            <a:avLst/>
          </a:prstGeom>
          <a:solidFill>
            <a:srgbClr val="FFEBEB"/>
          </a:solidFill>
          <a:ln w="10160">
            <a:solidFill>
              <a:srgbClr val="F4B9B9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429768" y="1325880"/>
            <a:ext cx="2450592" cy="502920"/>
          </a:xfrm>
          <a:prstGeom prst="rect">
            <a:avLst/>
          </a:prstGeom>
          <a:noFill/>
        </p:spPr>
        <p:txBody>
          <a:bodyPr wrap="square" lIns="36576" rIns="36576" tIns="18288" bIns="18288">
            <a:spAutoFit/>
          </a:bodyPr>
          <a:lstStyle/>
          <a:p>
            <a:pPr algn="l"/>
            <a:r>
              <a:rPr sz="1150" b="1">
                <a:solidFill>
                  <a:srgbClr val="B22D2D"/>
                </a:solidFill>
                <a:latin typeface="Aptos"/>
              </a:rPr>
              <a:t>Case 4 · Accessible King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429768" y="1847088"/>
            <a:ext cx="2450592" cy="274320"/>
          </a:xfrm>
          <a:prstGeom prst="rect">
            <a:avLst/>
          </a:prstGeom>
          <a:noFill/>
        </p:spPr>
        <p:txBody>
          <a:bodyPr wrap="square" lIns="36576" rIns="36576" tIns="18288" bIns="18288">
            <a:spAutoFit/>
          </a:bodyPr>
          <a:lstStyle/>
          <a:p>
            <a:pPr algn="l"/>
            <a:r>
              <a:rPr sz="950" b="1">
                <a:solidFill>
                  <a:srgbClr val="0E39A9"/>
                </a:solidFill>
                <a:latin typeface="Aptos"/>
              </a:rPr>
              <a:t>P .384 | AR .601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429768" y="2267712"/>
            <a:ext cx="2450592" cy="960120"/>
          </a:xfrm>
          <a:prstGeom prst="rect">
            <a:avLst/>
          </a:prstGeom>
          <a:noFill/>
        </p:spPr>
        <p:txBody>
          <a:bodyPr wrap="square" lIns="36576" rIns="36576" tIns="18288" bIns="18288">
            <a:spAutoFit/>
          </a:bodyPr>
          <a:lstStyle/>
          <a:p>
            <a:pPr algn="l"/>
            <a:r>
              <a:rPr sz="850" b="0">
                <a:solidFill>
                  <a:srgbClr val="1F2937"/>
                </a:solidFill>
                <a:latin typeface="Aptos"/>
              </a:rPr>
              <a:t>CAUSE
Ambiguous property/feature leads to broad room and accessibility context.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429768" y="3456432"/>
            <a:ext cx="2450592" cy="749808"/>
          </a:xfrm>
          <a:prstGeom prst="rect">
            <a:avLst/>
          </a:prstGeom>
          <a:noFill/>
        </p:spPr>
        <p:txBody>
          <a:bodyPr wrap="square" lIns="36576" rIns="36576" tIns="18288" bIns="18288">
            <a:spAutoFit/>
          </a:bodyPr>
          <a:lstStyle/>
          <a:p>
            <a:pPr algn="l"/>
            <a:r>
              <a:rPr sz="850" b="0">
                <a:solidFill>
                  <a:srgbClr val="566275"/>
                </a:solidFill>
                <a:latin typeface="Aptos"/>
              </a:rPr>
              <a:t>FIX
Clarify the property/feature and route to the exact room row.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3236976" y="1170432"/>
            <a:ext cx="2670048" cy="3246120"/>
          </a:xfrm>
          <a:prstGeom prst="roundRect">
            <a:avLst/>
          </a:prstGeom>
          <a:solidFill>
            <a:srgbClr val="FFEBEB"/>
          </a:solidFill>
          <a:ln w="10160">
            <a:solidFill>
              <a:srgbClr val="F4B9B9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3346704" y="1325880"/>
            <a:ext cx="2450592" cy="502920"/>
          </a:xfrm>
          <a:prstGeom prst="rect">
            <a:avLst/>
          </a:prstGeom>
          <a:noFill/>
        </p:spPr>
        <p:txBody>
          <a:bodyPr wrap="square" lIns="36576" rIns="36576" tIns="18288" bIns="18288">
            <a:spAutoFit/>
          </a:bodyPr>
          <a:lstStyle/>
          <a:p>
            <a:pPr algn="l"/>
            <a:r>
              <a:rPr sz="1150" b="1">
                <a:solidFill>
                  <a:srgbClr val="B22D2D"/>
                </a:solidFill>
                <a:latin typeface="Aptos"/>
              </a:rPr>
              <a:t>Case 5 · Parking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3346704" y="1847088"/>
            <a:ext cx="2450592" cy="274320"/>
          </a:xfrm>
          <a:prstGeom prst="rect">
            <a:avLst/>
          </a:prstGeom>
          <a:noFill/>
        </p:spPr>
        <p:txBody>
          <a:bodyPr wrap="square" lIns="36576" rIns="36576" tIns="18288" bIns="18288">
            <a:spAutoFit/>
          </a:bodyPr>
          <a:lstStyle/>
          <a:p>
            <a:pPr algn="l"/>
            <a:r>
              <a:rPr sz="950" b="1">
                <a:solidFill>
                  <a:srgbClr val="0E39A9"/>
                </a:solidFill>
                <a:latin typeface="Aptos"/>
              </a:rPr>
              <a:t>P .673 | R .961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3346704" y="2267712"/>
            <a:ext cx="2450592" cy="960120"/>
          </a:xfrm>
          <a:prstGeom prst="rect">
            <a:avLst/>
          </a:prstGeom>
          <a:noFill/>
        </p:spPr>
        <p:txBody>
          <a:bodyPr wrap="square" lIns="36576" rIns="36576" tIns="18288" bIns="18288">
            <a:spAutoFit/>
          </a:bodyPr>
          <a:lstStyle/>
          <a:p>
            <a:pPr algn="l"/>
            <a:r>
              <a:rPr sz="850" b="0">
                <a:solidFill>
                  <a:srgbClr val="1F2937"/>
                </a:solidFill>
                <a:latin typeface="Aptos"/>
              </a:rPr>
              <a:t>CAUSE
Two-property request mixes parking rows with unrelated chunks.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3346704" y="3456432"/>
            <a:ext cx="2450592" cy="749808"/>
          </a:xfrm>
          <a:prstGeom prst="rect">
            <a:avLst/>
          </a:prstGeom>
          <a:noFill/>
        </p:spPr>
        <p:txBody>
          <a:bodyPr wrap="square" lIns="36576" rIns="36576" tIns="18288" bIns="18288">
            <a:spAutoFit/>
          </a:bodyPr>
          <a:lstStyle/>
          <a:p>
            <a:pPr algn="l"/>
            <a:r>
              <a:rPr sz="850" b="0">
                <a:solidFill>
                  <a:srgbClr val="566275"/>
                </a:solidFill>
                <a:latin typeface="Aptos"/>
              </a:rPr>
              <a:t>FIX
Map both entities and retrieve only the Atlanta/Miami parking rows.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6153912" y="1170432"/>
            <a:ext cx="2670048" cy="3246120"/>
          </a:xfrm>
          <a:prstGeom prst="roundRect">
            <a:avLst/>
          </a:prstGeom>
          <a:solidFill>
            <a:srgbClr val="FFEBEB"/>
          </a:solidFill>
          <a:ln w="10160">
            <a:solidFill>
              <a:srgbClr val="F4B9B9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6263640" y="1325880"/>
            <a:ext cx="2450592" cy="502920"/>
          </a:xfrm>
          <a:prstGeom prst="rect">
            <a:avLst/>
          </a:prstGeom>
          <a:noFill/>
        </p:spPr>
        <p:txBody>
          <a:bodyPr wrap="square" lIns="36576" rIns="36576" tIns="18288" bIns="18288">
            <a:spAutoFit/>
          </a:bodyPr>
          <a:lstStyle/>
          <a:p>
            <a:pPr algn="l"/>
            <a:r>
              <a:rPr sz="1150" b="1">
                <a:solidFill>
                  <a:srgbClr val="B22D2D"/>
                </a:solidFill>
                <a:latin typeface="Aptos"/>
              </a:rPr>
              <a:t>Case 6 · Breakfast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6263640" y="1847088"/>
            <a:ext cx="2450592" cy="274320"/>
          </a:xfrm>
          <a:prstGeom prst="rect">
            <a:avLst/>
          </a:prstGeom>
          <a:noFill/>
        </p:spPr>
        <p:txBody>
          <a:bodyPr wrap="square" lIns="36576" rIns="36576" tIns="18288" bIns="18288">
            <a:spAutoFit/>
          </a:bodyPr>
          <a:lstStyle/>
          <a:p>
            <a:pPr algn="l"/>
            <a:r>
              <a:rPr sz="950" b="1">
                <a:solidFill>
                  <a:srgbClr val="0E39A9"/>
                </a:solidFill>
                <a:latin typeface="Aptos"/>
              </a:rPr>
              <a:t>R .003 | P 0.000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6263640" y="2267712"/>
            <a:ext cx="2450592" cy="960120"/>
          </a:xfrm>
          <a:prstGeom prst="rect">
            <a:avLst/>
          </a:prstGeom>
          <a:noFill/>
        </p:spPr>
        <p:txBody>
          <a:bodyPr wrap="square" lIns="36576" rIns="36576" tIns="18288" bIns="18288">
            <a:spAutoFit/>
          </a:bodyPr>
          <a:lstStyle/>
          <a:p>
            <a:pPr algn="l"/>
            <a:r>
              <a:rPr sz="850" b="0">
                <a:solidFill>
                  <a:srgbClr val="1F2937"/>
                </a:solidFill>
                <a:latin typeface="Aptos"/>
              </a:rPr>
              <a:t>CAUSE
“Miami Brickell” is not normalized to ASH-MIA; the row is split.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6263640" y="3456432"/>
            <a:ext cx="2450592" cy="749808"/>
          </a:xfrm>
          <a:prstGeom prst="rect">
            <a:avLst/>
          </a:prstGeom>
          <a:noFill/>
        </p:spPr>
        <p:txBody>
          <a:bodyPr wrap="square" lIns="36576" rIns="36576" tIns="18288" bIns="18288">
            <a:spAutoFit/>
          </a:bodyPr>
          <a:lstStyle/>
          <a:p>
            <a:pPr algn="l"/>
            <a:r>
              <a:rPr sz="850" b="0">
                <a:solidFill>
                  <a:srgbClr val="566275"/>
                </a:solidFill>
                <a:latin typeface="Aptos"/>
              </a:rPr>
              <a:t>FIX
Add alias mapping and preserve complete property rows.</a:t>
            </a:r>
          </a:p>
        </p:txBody>
      </p:sp>
      <p:sp>
        <p:nvSpPr>
          <p:cNvPr id="19" name="Rounded Rectangle 18"/>
          <p:cNvSpPr/>
          <p:nvPr/>
        </p:nvSpPr>
        <p:spPr>
          <a:xfrm>
            <a:off x="320040" y="4608576"/>
            <a:ext cx="8503920" cy="274320"/>
          </a:xfrm>
          <a:prstGeom prst="roundRect">
            <a:avLst/>
          </a:prstGeom>
          <a:solidFill>
            <a:srgbClr val="EEF3FF"/>
          </a:solidFill>
          <a:ln>
            <a:solidFill>
              <a:srgbClr val="BECD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438912" y="4654296"/>
            <a:ext cx="8275320" cy="164592"/>
          </a:xfrm>
          <a:prstGeom prst="rect">
            <a:avLst/>
          </a:prstGeom>
          <a:noFill/>
        </p:spPr>
        <p:txBody>
          <a:bodyPr wrap="square" lIns="36576" rIns="36576" tIns="18288" bIns="18288">
            <a:spAutoFit/>
          </a:bodyPr>
          <a:lstStyle/>
          <a:p>
            <a:pPr algn="l"/>
            <a:r>
              <a:rPr sz="750" b="1">
                <a:solidFill>
                  <a:srgbClr val="0E39A9"/>
                </a:solidFill>
                <a:latin typeface="Aptos"/>
              </a:rPr>
              <a:t>Generation tuning: keep temperature=0.0 and top_p=1.0; tuning cannot repair missing retrieval evidence.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8549640" y="4892040"/>
            <a:ext cx="274320" cy="164592"/>
          </a:xfrm>
          <a:prstGeom prst="rect">
            <a:avLst/>
          </a:prstGeom>
          <a:noFill/>
        </p:spPr>
        <p:txBody>
          <a:bodyPr wrap="square" lIns="36576" rIns="36576" tIns="18288" bIns="18288">
            <a:spAutoFit/>
          </a:bodyPr>
          <a:lstStyle/>
          <a:p>
            <a:pPr algn="l"/>
            <a:r>
              <a:rPr sz="750" b="0">
                <a:solidFill>
                  <a:srgbClr val="566275"/>
                </a:solidFill>
                <a:latin typeface="Aptos"/>
              </a:rPr>
              <a:t>40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xmlns:r="http://schemas.openxmlformats.org/officeDocument/2006/relationships" name="Just Logo">
  <a:themeElements>
    <a:clrScheme name="Simple Light">
      <a:dk1>
        <a:srgbClr val="222222"/>
      </a:dk1>
      <a:lt1>
        <a:srgbClr val="FFFFFF"/>
      </a:lt1>
      <a:dk2>
        <a:srgbClr val="222222"/>
      </a:dk2>
      <a:lt2>
        <a:srgbClr val="0E39A9"/>
      </a:lt2>
      <a:accent1>
        <a:srgbClr val="FFAB40"/>
      </a:accent1>
      <a:accent2>
        <a:srgbClr val="6F4294"/>
      </a:accent2>
      <a:accent3>
        <a:srgbClr val="FFA000"/>
      </a:accent3>
      <a:accent4>
        <a:srgbClr val="FFAB40"/>
      </a:accent4>
      <a:accent5>
        <a:srgbClr val="FFDF00"/>
      </a:accent5>
      <a:accent6>
        <a:srgbClr val="1974D5"/>
      </a:accent6>
      <a:hlink>
        <a:srgbClr val="0097A7"/>
      </a:hlink>
      <a:folHlink>
        <a:srgbClr val="0097A7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

<file path=ppt/theme/theme2.xml><?xml version="1.0" encoding="utf-8"?>
<a:theme xmlns:a="http://schemas.openxmlformats.org/drawingml/2006/main" xmlns:r="http://schemas.openxmlformats.org/officeDocument/2006/relationships">
  <a:themeElements>
    <a:clrScheme name="Default">
      <a:dk1>
        <a:srgbClr val="000000"/>
      </a:dk1>
      <a:lt1>
        <a:srgbClr val="FFFFFF"/>
      </a:lt1>
      <a:dk2>
        <a:srgbClr val="158158"/>
      </a:dk2>
      <a:lt2>
        <a:srgbClr val="F3F3F3"/>
      </a:lt2>
      <a:accent1>
        <a:srgbClr val="058DC7"/>
      </a:accent1>
      <a:accent2>
        <a:srgbClr val="50B432"/>
      </a:accent2>
      <a:accent3>
        <a:srgbClr val="ED561B"/>
      </a:accent3>
      <a:accent4>
        <a:srgbClr val="EDEF00"/>
      </a:accent4>
      <a:accent5>
        <a:srgbClr val="24CBE5"/>
      </a:accent5>
      <a:accent6>
        <a:srgbClr val="64E572"/>
      </a:accent6>
      <a:hlink>
        <a:srgbClr val="2200CC"/>
      </a:hlink>
      <a:folHlink>
        <a:srgbClr val="551A8B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

<file path=ppt/theme/theme3.xml><?xml version="1.0" encoding="utf-8"?>
<a:theme xmlns:a="http://schemas.openxmlformats.org/drawingml/2006/main" xmlns:r="http://schemas.openxmlformats.org/officeDocument/2006/relationships" name="Just Logo">
  <a:themeElements>
    <a:clrScheme name="Simple Light">
      <a:dk1>
        <a:srgbClr val="000000"/>
      </a:dk1>
      <a:lt1>
        <a:srgbClr val="FFFFFF"/>
      </a:lt1>
      <a:dk2>
        <a:srgbClr val="595959"/>
      </a:dk2>
      <a:lt2>
        <a:srgbClr val="EEEEEE"/>
      </a:lt2>
      <a:accent1>
        <a:srgbClr val="FFAB40"/>
      </a:accent1>
      <a:accent2>
        <a:srgbClr val="212121"/>
      </a:accent2>
      <a:accent3>
        <a:srgbClr val="78909C"/>
      </a:accent3>
      <a:accent4>
        <a:srgbClr val="FFAB40"/>
      </a:accent4>
      <a:accent5>
        <a:srgbClr val="0097A7"/>
      </a:accent5>
      <a:accent6>
        <a:srgbClr val="EEFF41"/>
      </a:accent6>
      <a:hlink>
        <a:srgbClr val="0097A7"/>
      </a:hlink>
      <a:folHlink>
        <a:srgbClr val="0097A7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