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 loads the cached embedding model; offline flags avoid runtime downloads.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uses BACKEND_URL; API keys remain backend-only. Docker backend: 7860; local tests: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for this POC only; enable it in production deployments.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rPr b="1">
                <a:solidFill>
                  <a:srgbClr val="009CA6"/>
                </a:solidFill>
              </a:rP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